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56" r:id="rId5"/>
    <p:sldId id="302" r:id="rId7"/>
    <p:sldId id="303" r:id="rId8"/>
    <p:sldId id="270" r:id="rId16"/>
    <p:sldId id="298" r:id="rId13"/>
    <p:sldId id="290" r:id="rId17"/>
    <p:sldId id="307" r:id="rId12"/>
    <p:sldId id="285" r:id="rId15"/>
    <p:sldId id="289" r:id="rId19"/>
    <p:sldId id="31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1896" userDrawn="1">
          <p15:clr>
            <a:srgbClr val="A4A3A4"/>
          </p15:clr>
        </p15:guide>
        <p15:guide id="6" orient="horz" pos="3504" userDrawn="1">
          <p15:clr>
            <a:srgbClr val="A4A3A4"/>
          </p15:clr>
        </p15:guide>
        <p15:guide id="7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88A6"/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595" autoAdjust="0"/>
  </p:normalViewPr>
  <p:slideViewPr>
    <p:cSldViewPr snapToGrid="0">
      <p:cViewPr varScale="1">
        <p:scale>
          <a:sx n="77" d="100"/>
          <a:sy n="77" d="100"/>
        </p:scale>
        <p:origin x="912" y="62"/>
      </p:cViewPr>
      <p:guideLst>
        <p:guide orient="horz" pos="1896"/>
        <p:guide orient="horz" pos="3504"/>
        <p:guide pos="3840"/>
      </p:guideLst>
    </p:cSldViewPr>
  </p:slideViewPr>
  <p:outlineViewPr>
    <p:cViewPr>
      <p:scale>
        <a:sx n="33" d="100"/>
        <a:sy n="33" d="100"/>
      </p:scale>
      <p:origin x="0" y="-2239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48" d="100"/>
          <a:sy n="48" d="100"/>
        </p:scale>
        <p:origin x="1836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9" Type="http://schemas.openxmlformats.org/officeDocument/2006/relationships/slide" Target="slides/slide15.xml"/><Relationship Id="rId25" Type="http://schemas.openxmlformats.org/officeDocument/2006/relationships/slide" Target="slides/slide21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commentAuthors" Target="commentAuthors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3031A82-4A00-4794-A488-59AC186D7CF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C85656-A361-4B32-99B1-66591145F7D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14AEED-FF0D-4512-BD5F-9F077F06D9A7}" type="datetimeFigureOut">
              <a:rPr lang="en-US" smtClean="0"/>
              <a:t>9/19/2026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1AFD4F-E871-421C-96C6-CCFAA872CB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FE0EF6-A335-4727-9E75-458707395E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7C8AB8-F519-4C44-A217-B2548CA6E5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409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AF9B45-E22A-4A9C-91D5-81685A72A6FA}" type="datetimeFigureOut">
              <a:rPr lang="en-US" smtClean="0"/>
              <a:t>9/19/2026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303549-A82F-409E-AD53-534267A0E10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649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303549-A82F-409E-AD53-534267A0E10B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086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303549-A82F-409E-AD53-534267A0E10B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9154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303549-A82F-409E-AD53-534267A0E10B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39309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379641C-8260-44A4-9F71-E216C07A38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  <a:gd name="connsiteX4" fmla="*/ 0 w 12188952"/>
              <a:gd name="connsiteY4" fmla="*/ 4416742 h 6858000"/>
              <a:gd name="connsiteX5" fmla="*/ 9142476 w 12188952"/>
              <a:gd name="connsiteY5" fmla="*/ 4416742 h 6858000"/>
              <a:gd name="connsiteX6" fmla="*/ 9142476 w 12188952"/>
              <a:gd name="connsiteY6" fmla="*/ 4188142 h 6858000"/>
              <a:gd name="connsiteX7" fmla="*/ 0 w 12188952"/>
              <a:gd name="connsiteY7" fmla="*/ 41881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4416742"/>
                </a:lnTo>
                <a:lnTo>
                  <a:pt x="9142476" y="4416742"/>
                </a:lnTo>
                <a:lnTo>
                  <a:pt x="9142476" y="4188142"/>
                </a:lnTo>
                <a:lnTo>
                  <a:pt x="0" y="4188142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4636008"/>
            <a:ext cx="9144000" cy="1107959"/>
          </a:xfrm>
        </p:spPr>
        <p:txBody>
          <a:bodyPr anchor="b" anchorCtr="0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79D466B-640E-419A-8701-FA39B12DD9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1248" y="5742432"/>
            <a:ext cx="7953375" cy="4572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  <a:latin typeface="+mn-lt"/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  <a:latin typeface="+mn-lt"/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  <a:latin typeface="+mn-lt"/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659D50-D55F-4F3D-8F15-5B1F1F2B4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188142"/>
            <a:ext cx="914400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0D8038A-5827-4846-97D5-0DEF7A92C9C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0"/>
            <a:ext cx="11961876" cy="6858000"/>
          </a:xfrm>
          <a:custGeom>
            <a:avLst/>
            <a:gdLst>
              <a:gd name="connsiteX0" fmla="*/ 0 w 11961876"/>
              <a:gd name="connsiteY0" fmla="*/ 0 h 6858000"/>
              <a:gd name="connsiteX1" fmla="*/ 11961876 w 11961876"/>
              <a:gd name="connsiteY1" fmla="*/ 0 h 6858000"/>
              <a:gd name="connsiteX2" fmla="*/ 11961876 w 11961876"/>
              <a:gd name="connsiteY2" fmla="*/ 6858000 h 6858000"/>
              <a:gd name="connsiteX3" fmla="*/ 0 w 1196187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61876" h="6858000">
                <a:moveTo>
                  <a:pt x="0" y="0"/>
                </a:moveTo>
                <a:lnTo>
                  <a:pt x="11961876" y="0"/>
                </a:lnTo>
                <a:lnTo>
                  <a:pt x="119618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2578608"/>
            <a:ext cx="4297680" cy="914400"/>
          </a:xfrm>
        </p:spPr>
        <p:txBody>
          <a:bodyPr anchor="b" anchorCtr="0"/>
          <a:lstStyle/>
          <a:p>
            <a:r>
              <a:rPr lang="en-US" dirty="0"/>
              <a:t>CLICK TO EDIT TITLE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199" y="3721608"/>
            <a:ext cx="4297680" cy="228600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1400"/>
            </a:lvl1pPr>
            <a:lvl2pPr marL="457200" indent="0">
              <a:lnSpc>
                <a:spcPct val="100000"/>
              </a:lnSpc>
              <a:buNone/>
              <a:defRPr sz="1600"/>
            </a:lvl2pPr>
            <a:lvl3pPr marL="914400" indent="0">
              <a:lnSpc>
                <a:spcPct val="100000"/>
              </a:lnSpc>
              <a:buNone/>
              <a:defRPr sz="1600"/>
            </a:lvl3pPr>
            <a:lvl4pPr marL="1371600" indent="0">
              <a:lnSpc>
                <a:spcPct val="100000"/>
              </a:lnSpc>
              <a:buNone/>
              <a:defRPr sz="1600"/>
            </a:lvl4pPr>
            <a:lvl5pPr marL="1828800" indent="0">
              <a:lnSpc>
                <a:spcPct val="1000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A951D3-FDD2-4A48-9F77-7EB69F3AA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D24C9D2-B921-4FAF-8173-CF9B37D4F8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13720" y="-68580"/>
            <a:ext cx="1737360" cy="6858000"/>
          </a:xfrm>
        </p:spPr>
        <p:txBody>
          <a:bodyPr vert="vert270" anchor="t">
            <a:noAutofit/>
          </a:bodyPr>
          <a:lstStyle>
            <a:lvl1pPr marL="0" indent="0">
              <a:spcBef>
                <a:spcPts val="0"/>
              </a:spcBef>
              <a:buNone/>
              <a:defRPr sz="13500" cap="all" baseline="0">
                <a:solidFill>
                  <a:schemeClr val="bg1">
                    <a:lumMod val="95000"/>
                  </a:schemeClr>
                </a:solidFill>
                <a:latin typeface="Source Sans Pro ExtraLight" panose="020B0303030403020204" pitchFamily="34" charset="0"/>
                <a:ea typeface="Source Sans Pro ExtraLight" panose="020B0303030403020204" pitchFamily="34" charset="0"/>
              </a:defRPr>
            </a:lvl1pPr>
          </a:lstStyle>
          <a:p>
            <a:pPr lvl="0"/>
            <a:r>
              <a:rPr lang="en-US" dirty="0"/>
              <a:t>About</a:t>
            </a:r>
          </a:p>
        </p:txBody>
      </p:sp>
    </p:spTree>
    <p:extLst>
      <p:ext uri="{BB962C8B-B14F-4D97-AF65-F5344CB8AC3E}">
        <p14:creationId xmlns:p14="http://schemas.microsoft.com/office/powerpoint/2010/main" val="36448595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6A9CEDC6-C07A-4AA6-A03A-799447ACA93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10025044 w 12188952"/>
              <a:gd name="connsiteY0" fmla="*/ 1464945 h 6858000"/>
              <a:gd name="connsiteX1" fmla="*/ 10025044 w 12188952"/>
              <a:gd name="connsiteY1" fmla="*/ 6219825 h 6858000"/>
              <a:gd name="connsiteX2" fmla="*/ 10253644 w 12188952"/>
              <a:gd name="connsiteY2" fmla="*/ 6219825 h 6858000"/>
              <a:gd name="connsiteX3" fmla="*/ 10253644 w 12188952"/>
              <a:gd name="connsiteY3" fmla="*/ 1464945 h 6858000"/>
              <a:gd name="connsiteX4" fmla="*/ 0 w 12188952"/>
              <a:gd name="connsiteY4" fmla="*/ 0 h 6858000"/>
              <a:gd name="connsiteX5" fmla="*/ 12188952 w 12188952"/>
              <a:gd name="connsiteY5" fmla="*/ 0 h 6858000"/>
              <a:gd name="connsiteX6" fmla="*/ 12188952 w 12188952"/>
              <a:gd name="connsiteY6" fmla="*/ 6858000 h 6858000"/>
              <a:gd name="connsiteX7" fmla="*/ 0 w 1218895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10025044" y="1464945"/>
                </a:moveTo>
                <a:lnTo>
                  <a:pt x="10025044" y="6219825"/>
                </a:lnTo>
                <a:lnTo>
                  <a:pt x="10253644" y="6219825"/>
                </a:lnTo>
                <a:lnTo>
                  <a:pt x="10253644" y="1464945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7109C03-4D2D-4A2D-AC74-49353ED38B5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0" y="1465263"/>
            <a:ext cx="10026650" cy="4754562"/>
          </a:xfrm>
          <a:solidFill>
            <a:schemeClr val="bg1">
              <a:alpha val="93000"/>
            </a:schemeClr>
          </a:solidFill>
        </p:spPr>
        <p:txBody>
          <a:bodyPr lIns="1005840" tIns="502920"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65125"/>
            <a:ext cx="8562475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EDE4DA5-D561-434E-9452-95025C316A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734040" y="-68580"/>
            <a:ext cx="1737360" cy="6858000"/>
          </a:xfrm>
        </p:spPr>
        <p:txBody>
          <a:bodyPr vert="vert270" anchor="t">
            <a:noAutofit/>
          </a:bodyPr>
          <a:lstStyle>
            <a:lvl1pPr marL="0" indent="0">
              <a:spcBef>
                <a:spcPts val="0"/>
              </a:spcBef>
              <a:buNone/>
              <a:defRPr sz="13000" cap="all" baseline="0">
                <a:solidFill>
                  <a:schemeClr val="bg1">
                    <a:lumMod val="95000"/>
                  </a:schemeClr>
                </a:solidFill>
                <a:latin typeface="Source Sans Pro ExtraLight" panose="020B0303030403020204" pitchFamily="34" charset="0"/>
                <a:ea typeface="Source Sans Pro ExtraLight" panose="020B0303030403020204" pitchFamily="34" charset="0"/>
              </a:defRPr>
            </a:lvl1pPr>
          </a:lstStyle>
          <a:p>
            <a:pPr lvl="0"/>
            <a:r>
              <a:rPr lang="en-US" dirty="0"/>
              <a:t>Problem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8936FC-DF00-4C6C-A5FA-13B0BFCC3E58}"/>
              </a:ext>
            </a:extLst>
          </p:cNvPr>
          <p:cNvSpPr/>
          <p:nvPr userDrawn="1"/>
        </p:nvSpPr>
        <p:spPr>
          <a:xfrm>
            <a:off x="10026568" y="1464945"/>
            <a:ext cx="228600" cy="47548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25BE32D-3FC4-4B1B-808E-E2897BC2F70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274" y="2242336"/>
            <a:ext cx="3886200" cy="9144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413E5A31-C8FF-4B6C-AE00-99F8578963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14525" y="3218688"/>
            <a:ext cx="388620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99346137-3239-4162-9799-29D8E0B44CA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4399" y="3545967"/>
            <a:ext cx="3886200" cy="9144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BDD18F8A-C2BE-429D-BB7C-9390EEEE526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90801" y="1916113"/>
            <a:ext cx="388620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AFDC9EA4-0AAA-467C-9B89-6966F6E4BB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90675" y="2242336"/>
            <a:ext cx="3886200" cy="9144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1ECD896-8F8E-404E-BBAD-FBFCBBE3DF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90801" y="3218688"/>
            <a:ext cx="388620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6BEE435C-8719-41E1-838A-87FB6B0BA23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90675" y="3545967"/>
            <a:ext cx="3886200" cy="9144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9DAC0554-380F-4627-9E3C-FCDA9EE3B9E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4525" y="4709160"/>
            <a:ext cx="388620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32C9479E-1665-465C-9B07-8AC7E3F4B63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4399" y="5036439"/>
            <a:ext cx="3886200" cy="737604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83616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F067F4C-584F-4D26-A9F4-7E8E3F096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59926" y="1569034"/>
            <a:ext cx="7193874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6C968367-11F9-40B5-B54F-1555B837CA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33630" y="548640"/>
            <a:ext cx="4389120" cy="5760720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55363" y="365125"/>
            <a:ext cx="5103007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8C38614-0243-4ABA-A367-8875F339D65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53182" y="2093976"/>
            <a:ext cx="512064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25BE32D-3FC4-4B1B-808E-E2897BC2F70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3056" y="2422684"/>
            <a:ext cx="5120640" cy="64008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413E5A31-C8FF-4B6C-AE00-99F8578963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3307" y="3227832"/>
            <a:ext cx="512064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99346137-3239-4162-9799-29D8E0B44CA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3181" y="3559290"/>
            <a:ext cx="5120640" cy="457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005E970C-F216-4C13-B637-2CD29EB1F73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49167" y="4059936"/>
            <a:ext cx="512064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D54B08D-52AA-478D-9A22-40F57CEFF5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49041" y="4388168"/>
            <a:ext cx="5120640" cy="64008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78434772-1E65-4475-A328-95A7B24457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49292" y="5202936"/>
            <a:ext cx="5120640" cy="32004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accent1"/>
                </a:solidFill>
                <a:latin typeface="+mj-lt"/>
              </a:defRPr>
            </a:lvl2pPr>
            <a:lvl3pPr marL="914400" indent="0">
              <a:buNone/>
              <a:defRPr sz="2000">
                <a:solidFill>
                  <a:schemeClr val="accent1"/>
                </a:solidFill>
                <a:latin typeface="+mj-lt"/>
              </a:defRPr>
            </a:lvl3pPr>
            <a:lvl4pPr marL="1371600" indent="0">
              <a:buNone/>
              <a:defRPr sz="2000">
                <a:solidFill>
                  <a:schemeClr val="accent1"/>
                </a:solidFill>
                <a:latin typeface="+mj-lt"/>
              </a:defRPr>
            </a:lvl4pPr>
            <a:lvl5pPr marL="1828800" indent="0">
              <a:buNone/>
              <a:defRPr sz="200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16497897-EF41-49AE-B577-23E1843D2DE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49166" y="5535502"/>
            <a:ext cx="5120640" cy="64008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1307442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02412796-7042-4809-B0D2-CA19D0001B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  <a:gd name="connsiteX4" fmla="*/ 0 w 12188952"/>
              <a:gd name="connsiteY4" fmla="*/ 2560590 h 6858000"/>
              <a:gd name="connsiteX5" fmla="*/ 4876038 w 12188952"/>
              <a:gd name="connsiteY5" fmla="*/ 2560590 h 6858000"/>
              <a:gd name="connsiteX6" fmla="*/ 4876038 w 12188952"/>
              <a:gd name="connsiteY6" fmla="*/ 2331990 h 6858000"/>
              <a:gd name="connsiteX7" fmla="*/ 0 w 12188952"/>
              <a:gd name="connsiteY7" fmla="*/ 233199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2560590"/>
                </a:lnTo>
                <a:lnTo>
                  <a:pt x="4876038" y="2560590"/>
                </a:lnTo>
                <a:lnTo>
                  <a:pt x="4876038" y="2331990"/>
                </a:lnTo>
                <a:lnTo>
                  <a:pt x="0" y="233199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858957"/>
            <a:ext cx="4032504" cy="1325563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DD0C4E2-C56D-415A-A93E-7E5A3DD9BB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38800" y="1173329"/>
            <a:ext cx="2743200" cy="36576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3466F58-8094-496E-8FA6-A2A07D706E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38800" y="1522412"/>
            <a:ext cx="2743200" cy="914400"/>
          </a:xfrm>
        </p:spPr>
        <p:txBody>
          <a:bodyPr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35CDA3A0-B53D-4D18-9792-E99DB7DFDF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38800" y="2743993"/>
            <a:ext cx="2743200" cy="36576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FEDD6309-46B2-4D7D-A1E2-8F04609BF7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38800" y="3074026"/>
            <a:ext cx="2743200" cy="914400"/>
          </a:xfrm>
        </p:spPr>
        <p:txBody>
          <a:bodyPr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DF7E20CD-913D-437E-9659-9C125387ECA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86038" y="1182807"/>
            <a:ext cx="2743200" cy="36576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B390311-D71A-47E1-A6A4-FC51999254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86038" y="1531890"/>
            <a:ext cx="2743200" cy="914400"/>
          </a:xfrm>
        </p:spPr>
        <p:txBody>
          <a:bodyPr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A6F112C5-2301-4903-8FFC-3D13F2BD7D9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6038" y="2753471"/>
            <a:ext cx="2743200" cy="365760"/>
          </a:xfrm>
        </p:spPr>
        <p:txBody>
          <a:bodyPr>
            <a:noAutofit/>
          </a:bodyPr>
          <a:lstStyle>
            <a:lvl1pPr marL="0" indent="0">
              <a:buNone/>
              <a:defRPr sz="1800" cap="all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67721ED-86DF-4220-A638-CB65E0B5B1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6038" y="3083504"/>
            <a:ext cx="2743200" cy="914400"/>
          </a:xfrm>
        </p:spPr>
        <p:txBody>
          <a:bodyPr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620BB15-729F-4427-9DF3-6861F012AE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331990"/>
            <a:ext cx="4877562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12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Benef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E32A88-04B9-4879-A7DA-64134B3784C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0"/>
            <a:ext cx="11961876" cy="6858000"/>
          </a:xfrm>
          <a:custGeom>
            <a:avLst/>
            <a:gdLst>
              <a:gd name="connsiteX0" fmla="*/ 0 w 11961876"/>
              <a:gd name="connsiteY0" fmla="*/ 0 h 6858000"/>
              <a:gd name="connsiteX1" fmla="*/ 11961876 w 11961876"/>
              <a:gd name="connsiteY1" fmla="*/ 0 h 6858000"/>
              <a:gd name="connsiteX2" fmla="*/ 11961876 w 11961876"/>
              <a:gd name="connsiteY2" fmla="*/ 6858000 h 6858000"/>
              <a:gd name="connsiteX3" fmla="*/ 0 w 1196187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61876" h="6858000">
                <a:moveTo>
                  <a:pt x="0" y="0"/>
                </a:moveTo>
                <a:lnTo>
                  <a:pt x="11961876" y="0"/>
                </a:lnTo>
                <a:lnTo>
                  <a:pt x="119618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760"/>
            <a:ext cx="6400800" cy="1325563"/>
          </a:xfrm>
        </p:spPr>
        <p:txBody>
          <a:bodyPr/>
          <a:lstStyle/>
          <a:p>
            <a:r>
              <a:rPr lang="en-US" dirty="0"/>
              <a:t>CLICK TO EDIT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1" y="2000292"/>
            <a:ext cx="3162299" cy="3409907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FA2B6-6061-4DC2-8233-A48FB7AA8F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4A219D8E-BB95-4BDA-98A2-097D1BFA74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39512" y="5513832"/>
            <a:ext cx="6958584" cy="1371600"/>
          </a:xfrm>
        </p:spPr>
        <p:txBody>
          <a:bodyPr vert="horz" bIns="0" anchor="t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1000" cap="all" baseline="0">
                <a:solidFill>
                  <a:schemeClr val="bg1">
                    <a:lumMod val="95000"/>
                  </a:schemeClr>
                </a:solidFill>
                <a:latin typeface="Source Sans Pro ExtraLight" panose="020B0303030403020204" pitchFamily="34" charset="0"/>
                <a:ea typeface="Source Sans Pro ExtraLight" panose="020B0303030403020204" pitchFamily="34" charset="0"/>
              </a:defRPr>
            </a:lvl1pPr>
          </a:lstStyle>
          <a:p>
            <a:pPr lvl="0"/>
            <a:r>
              <a:rPr lang="en-US" dirty="0"/>
              <a:t>Benefits</a:t>
            </a:r>
          </a:p>
        </p:txBody>
      </p:sp>
    </p:spTree>
    <p:extLst>
      <p:ext uri="{BB962C8B-B14F-4D97-AF65-F5344CB8AC3E}">
        <p14:creationId xmlns:p14="http://schemas.microsoft.com/office/powerpoint/2010/main" val="227848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5A412B8-4256-47AC-A275-1AC354C4C6E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6858000 h 6858000"/>
              <a:gd name="connsiteX3" fmla="*/ 0 w 12188952"/>
              <a:gd name="connsiteY3" fmla="*/ 6858000 h 6858000"/>
              <a:gd name="connsiteX4" fmla="*/ 0 w 12188952"/>
              <a:gd name="connsiteY4" fmla="*/ 4926523 h 6858000"/>
              <a:gd name="connsiteX5" fmla="*/ 9142476 w 12188952"/>
              <a:gd name="connsiteY5" fmla="*/ 4926523 h 6858000"/>
              <a:gd name="connsiteX6" fmla="*/ 9142476 w 12188952"/>
              <a:gd name="connsiteY6" fmla="*/ 4697923 h 6858000"/>
              <a:gd name="connsiteX7" fmla="*/ 0 w 12188952"/>
              <a:gd name="connsiteY7" fmla="*/ 46979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4926523"/>
                </a:lnTo>
                <a:lnTo>
                  <a:pt x="9142476" y="4926523"/>
                </a:lnTo>
                <a:lnTo>
                  <a:pt x="9142476" y="4697923"/>
                </a:lnTo>
                <a:lnTo>
                  <a:pt x="0" y="469792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5084064"/>
            <a:ext cx="8311896" cy="1049254"/>
          </a:xfrm>
        </p:spPr>
        <p:txBody>
          <a:bodyPr anchor="b">
            <a:normAutofit/>
          </a:bodyPr>
          <a:lstStyle>
            <a:lvl1pPr algn="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EB05F6-A3ED-45AB-B103-D5E34BFD6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29C1C-740D-4213-96FE-1FAA3072F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E8801-7449-48B4-8D64-BCE20D0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BCBD4E-87D0-4BA6-A1B4-3DC9452A3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697923"/>
            <a:ext cx="914400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siness Mo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B695704B-E527-4A3C-9B8B-CDEB8724F0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7789164 w 12188952"/>
              <a:gd name="connsiteY0" fmla="*/ 2258568 h 6858000"/>
              <a:gd name="connsiteX1" fmla="*/ 7789164 w 12188952"/>
              <a:gd name="connsiteY1" fmla="*/ 2487168 h 6858000"/>
              <a:gd name="connsiteX2" fmla="*/ 10715244 w 12188952"/>
              <a:gd name="connsiteY2" fmla="*/ 2487168 h 6858000"/>
              <a:gd name="connsiteX3" fmla="*/ 10715244 w 12188952"/>
              <a:gd name="connsiteY3" fmla="*/ 2258568 h 6858000"/>
              <a:gd name="connsiteX4" fmla="*/ 4634484 w 12188952"/>
              <a:gd name="connsiteY4" fmla="*/ 2258568 h 6858000"/>
              <a:gd name="connsiteX5" fmla="*/ 4634484 w 12188952"/>
              <a:gd name="connsiteY5" fmla="*/ 2487168 h 6858000"/>
              <a:gd name="connsiteX6" fmla="*/ 7560564 w 12188952"/>
              <a:gd name="connsiteY6" fmla="*/ 2487168 h 6858000"/>
              <a:gd name="connsiteX7" fmla="*/ 7560564 w 12188952"/>
              <a:gd name="connsiteY7" fmla="*/ 2258568 h 6858000"/>
              <a:gd name="connsiteX8" fmla="*/ 1443228 w 12188952"/>
              <a:gd name="connsiteY8" fmla="*/ 2258568 h 6858000"/>
              <a:gd name="connsiteX9" fmla="*/ 1443228 w 12188952"/>
              <a:gd name="connsiteY9" fmla="*/ 2487168 h 6858000"/>
              <a:gd name="connsiteX10" fmla="*/ 4369308 w 12188952"/>
              <a:gd name="connsiteY10" fmla="*/ 2487168 h 6858000"/>
              <a:gd name="connsiteX11" fmla="*/ 4369308 w 12188952"/>
              <a:gd name="connsiteY11" fmla="*/ 2258568 h 6858000"/>
              <a:gd name="connsiteX12" fmla="*/ 0 w 12188952"/>
              <a:gd name="connsiteY12" fmla="*/ 0 h 6858000"/>
              <a:gd name="connsiteX13" fmla="*/ 12188952 w 12188952"/>
              <a:gd name="connsiteY13" fmla="*/ 0 h 6858000"/>
              <a:gd name="connsiteX14" fmla="*/ 12188952 w 12188952"/>
              <a:gd name="connsiteY14" fmla="*/ 6858000 h 6858000"/>
              <a:gd name="connsiteX15" fmla="*/ 0 w 12188952"/>
              <a:gd name="connsiteY1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88952" h="6858000">
                <a:moveTo>
                  <a:pt x="7789164" y="2258568"/>
                </a:moveTo>
                <a:lnTo>
                  <a:pt x="7789164" y="2487168"/>
                </a:lnTo>
                <a:lnTo>
                  <a:pt x="10715244" y="2487168"/>
                </a:lnTo>
                <a:lnTo>
                  <a:pt x="10715244" y="2258568"/>
                </a:lnTo>
                <a:close/>
                <a:moveTo>
                  <a:pt x="4634484" y="2258568"/>
                </a:moveTo>
                <a:lnTo>
                  <a:pt x="4634484" y="2487168"/>
                </a:lnTo>
                <a:lnTo>
                  <a:pt x="7560564" y="2487168"/>
                </a:lnTo>
                <a:lnTo>
                  <a:pt x="7560564" y="2258568"/>
                </a:lnTo>
                <a:close/>
                <a:moveTo>
                  <a:pt x="1443228" y="2258568"/>
                </a:moveTo>
                <a:lnTo>
                  <a:pt x="1443228" y="2487168"/>
                </a:lnTo>
                <a:lnTo>
                  <a:pt x="4369308" y="2487168"/>
                </a:lnTo>
                <a:lnTo>
                  <a:pt x="4369308" y="2258568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444752" y="2487165"/>
            <a:ext cx="2926080" cy="2714379"/>
          </a:xfrm>
          <a:solidFill>
            <a:schemeClr val="bg1">
              <a:alpha val="85000"/>
            </a:schemeClr>
          </a:solidFill>
        </p:spPr>
        <p:txBody>
          <a:bodyPr tIns="429768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2</a:t>
            </a:r>
            <a:endParaRPr lang="en-ZA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9809F78-EA1B-4C23-A53E-7DE8B4A6AE1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673352" y="3374136"/>
            <a:ext cx="2468880" cy="1371600"/>
          </a:xfrm>
        </p:spPr>
        <p:txBody>
          <a:bodyPr/>
          <a:lstStyle>
            <a:lvl1pPr marL="0" indent="0" algn="ctr">
              <a:lnSpc>
                <a:spcPts val="22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Bullet Description</a:t>
            </a:r>
            <a:endParaRPr lang="en-ZA" dirty="0"/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636008" y="2487165"/>
            <a:ext cx="2926080" cy="2715768"/>
          </a:xfrm>
          <a:solidFill>
            <a:schemeClr val="bg1">
              <a:alpha val="85000"/>
            </a:schemeClr>
          </a:solidFill>
        </p:spPr>
        <p:txBody>
          <a:bodyPr tIns="429768"/>
          <a:lstStyle>
            <a:lvl1pPr marL="0" indent="0" algn="ctr">
              <a:buFont typeface="Arial" panose="020B0604020202020204" pitchFamily="34" charset="0"/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3</a:t>
            </a:r>
            <a:endParaRPr lang="en-ZA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0AEB661-858B-44C9-9484-E540E04AD36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873775" y="3374136"/>
            <a:ext cx="2468880" cy="1371600"/>
          </a:xfrm>
        </p:spPr>
        <p:txBody>
          <a:bodyPr/>
          <a:lstStyle>
            <a:lvl1pPr marL="0" indent="0" algn="ctr">
              <a:lnSpc>
                <a:spcPts val="22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Bullet Description</a:t>
            </a:r>
            <a:endParaRPr lang="en-ZA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90688" y="2487165"/>
            <a:ext cx="2926080" cy="2715768"/>
          </a:xfrm>
          <a:solidFill>
            <a:schemeClr val="bg1">
              <a:alpha val="85000"/>
            </a:schemeClr>
          </a:solidFill>
        </p:spPr>
        <p:txBody>
          <a:bodyPr tIns="429768"/>
          <a:lstStyle>
            <a:lvl1pPr marL="0" indent="0" algn="ctr">
              <a:buFont typeface="Arial" panose="020B0604020202020204" pitchFamily="34" charset="0"/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4</a:t>
            </a:r>
            <a:endParaRPr lang="en-ZA" dirty="0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CCEAE0AB-74EC-4097-A534-A578F109793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019288" y="3374136"/>
            <a:ext cx="2468880" cy="1371600"/>
          </a:xfrm>
        </p:spPr>
        <p:txBody>
          <a:bodyPr/>
          <a:lstStyle>
            <a:lvl1pPr marL="0" indent="0" algn="ctr">
              <a:lnSpc>
                <a:spcPts val="22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Bullet Description</a:t>
            </a:r>
            <a:endParaRPr lang="en-ZA" dirty="0"/>
          </a:p>
        </p:txBody>
      </p:sp>
      <p:sp>
        <p:nvSpPr>
          <p:cNvPr id="16" name="Date Placeholder 4">
            <a:extLst>
              <a:ext uri="{FF2B5EF4-FFF2-40B4-BE49-F238E27FC236}">
                <a16:creationId xmlns:a16="http://schemas.microsoft.com/office/drawing/2014/main" id="{C0256D1E-8A29-4C0A-8641-E823E877CF86}"/>
              </a:ext>
            </a:extLst>
          </p:cNvPr>
          <p:cNvSpPr>
            <a:spLocks noGrp="1"/>
          </p:cNvSpPr>
          <p:nvPr>
            <p:ph type="dt" sz="half" idx="39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70B45ED-DCCD-4701-9ACC-9C83B74D1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444752" y="2258568"/>
            <a:ext cx="29260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508955-3B0C-44CA-B1F9-AD0E70CDB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6008" y="2258568"/>
            <a:ext cx="29260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12ACAA-EEDE-4C74-AF6C-6A7D06F7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90688" y="2258568"/>
            <a:ext cx="29260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6028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10">
            <a:extLst>
              <a:ext uri="{FF2B5EF4-FFF2-40B4-BE49-F238E27FC236}">
                <a16:creationId xmlns:a16="http://schemas.microsoft.com/office/drawing/2014/main" id="{27AEA2E6-E265-44DE-9F3F-657ECFF5D138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1524" y="0"/>
            <a:ext cx="12188952" cy="6858000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37569F-733B-494F-B7CB-23180520907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0" y="2258568"/>
            <a:ext cx="12190476" cy="2743200"/>
          </a:xfrm>
          <a:solidFill>
            <a:schemeClr val="accent2">
              <a:alpha val="95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A5BA28D-2313-499F-93AB-7C86B03057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767130" y="2752344"/>
            <a:ext cx="2560320" cy="603504"/>
          </a:xfrm>
          <a:prstGeom prst="rect">
            <a:avLst/>
          </a:prstGeom>
          <a:noFill/>
        </p:spPr>
        <p:txBody>
          <a:bodyPr anchor="ctr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en-ZA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E9F4FE1-F54C-4B3C-9CED-6C3058B003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815840" y="2752344"/>
            <a:ext cx="2560320" cy="603504"/>
          </a:xfrm>
          <a:prstGeom prst="rect">
            <a:avLst/>
          </a:prstGeom>
          <a:noFill/>
        </p:spPr>
        <p:txBody>
          <a:bodyPr vert="horz" lIns="0" tIns="0" rIns="0" bIns="0" rtlCol="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3600" dirty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2</a:t>
            </a:r>
            <a:endParaRPr lang="en-ZA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6328AB3-6C8E-4BB6-9C01-852150BDFE1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67194" y="2752344"/>
            <a:ext cx="2560320" cy="603504"/>
          </a:xfrm>
          <a:prstGeom prst="rect">
            <a:avLst/>
          </a:prstGeom>
          <a:noFill/>
        </p:spPr>
        <p:txBody>
          <a:bodyPr vert="horz" lIns="0" tIns="0" rIns="0" bIns="0" rtlCol="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3600" dirty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3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1369B8-B3F7-44DF-975B-57630CED624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767130" y="3502152"/>
            <a:ext cx="2560320" cy="1371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  <a:latin typeface="+mj-lt"/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  <a:latin typeface="+mj-lt"/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8199533E-4480-4EF0-855E-F0FC142777B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815840" y="3502152"/>
            <a:ext cx="2560320" cy="1371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  <a:latin typeface="+mj-lt"/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  <a:latin typeface="+mj-lt"/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58E1CB88-990B-431E-A733-AF73E309054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867194" y="3502152"/>
            <a:ext cx="2560320" cy="1371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  <a:latin typeface="+mj-lt"/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  <a:latin typeface="+mj-lt"/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Date Placeholder 4">
            <a:extLst>
              <a:ext uri="{FF2B5EF4-FFF2-40B4-BE49-F238E27FC236}">
                <a16:creationId xmlns:a16="http://schemas.microsoft.com/office/drawing/2014/main" id="{DCF4F2F5-E92C-4ECF-9FDE-3E0CE4FBFCA8}"/>
              </a:ext>
            </a:extLst>
          </p:cNvPr>
          <p:cNvSpPr>
            <a:spLocks noGrp="1"/>
          </p:cNvSpPr>
          <p:nvPr>
            <p:ph type="dt" sz="half" idx="38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</p:spTree>
    <p:extLst>
      <p:ext uri="{BB962C8B-B14F-4D97-AF65-F5344CB8AC3E}">
        <p14:creationId xmlns:p14="http://schemas.microsoft.com/office/powerpoint/2010/main" val="2876408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CB2621B9-2641-4DA3-B7D6-D577C25CF2E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1030351 w 12188952"/>
              <a:gd name="connsiteY0" fmla="*/ 3231845 h 6858000"/>
              <a:gd name="connsiteX1" fmla="*/ 1030351 w 12188952"/>
              <a:gd name="connsiteY1" fmla="*/ 3460445 h 6858000"/>
              <a:gd name="connsiteX2" fmla="*/ 11122333 w 12188952"/>
              <a:gd name="connsiteY2" fmla="*/ 3460445 h 6858000"/>
              <a:gd name="connsiteX3" fmla="*/ 11122333 w 12188952"/>
              <a:gd name="connsiteY3" fmla="*/ 3231845 h 6858000"/>
              <a:gd name="connsiteX4" fmla="*/ 0 w 12188952"/>
              <a:gd name="connsiteY4" fmla="*/ 0 h 6858000"/>
              <a:gd name="connsiteX5" fmla="*/ 12188952 w 12188952"/>
              <a:gd name="connsiteY5" fmla="*/ 0 h 6858000"/>
              <a:gd name="connsiteX6" fmla="*/ 12188952 w 12188952"/>
              <a:gd name="connsiteY6" fmla="*/ 6858000 h 6858000"/>
              <a:gd name="connsiteX7" fmla="*/ 0 w 1218895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1030351" y="3231845"/>
                </a:moveTo>
                <a:lnTo>
                  <a:pt x="1030351" y="3460445"/>
                </a:lnTo>
                <a:lnTo>
                  <a:pt x="11122333" y="3460445"/>
                </a:lnTo>
                <a:lnTo>
                  <a:pt x="11122333" y="3231845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A5BA28D-2313-499F-93AB-7C86B03057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69848" y="2121408"/>
            <a:ext cx="2560320" cy="914400"/>
          </a:xfrm>
          <a:prstGeom prst="rect">
            <a:avLst/>
          </a:prstGeom>
          <a:noFill/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6000">
                <a:ln w="15875">
                  <a:solidFill>
                    <a:schemeClr val="bg1">
                      <a:lumMod val="85000"/>
                    </a:schemeClr>
                  </a:solidFill>
                </a:ln>
                <a:noFill/>
                <a:latin typeface="+mj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en-ZA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E9F4FE1-F54C-4B3C-9CED-6C3058B003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800600" y="2121408"/>
            <a:ext cx="2560320" cy="914400"/>
          </a:xfrm>
          <a:prstGeom prst="rect">
            <a:avLst/>
          </a:prstGeom>
          <a:noFill/>
        </p:spPr>
        <p:txBody>
          <a:bodyPr vert="horz" lIns="0" tIns="0" rIns="0" bIns="0" rtlCol="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6000" dirty="0">
                <a:ln w="15875">
                  <a:solidFill>
                    <a:schemeClr val="bg1">
                      <a:lumMod val="85000"/>
                    </a:schemeClr>
                  </a:solidFill>
                </a:ln>
                <a:noFill/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2</a:t>
            </a:r>
            <a:endParaRPr lang="en-ZA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6328AB3-6C8E-4BB6-9C01-852150BDFE1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531351" y="2121408"/>
            <a:ext cx="2592505" cy="914400"/>
          </a:xfrm>
          <a:prstGeom prst="rect">
            <a:avLst/>
          </a:prstGeom>
          <a:noFill/>
        </p:spPr>
        <p:txBody>
          <a:bodyPr vert="horz" lIns="0" tIns="0" rIns="0" bIns="0" rtlCol="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6000" dirty="0">
                <a:ln w="15875">
                  <a:solidFill>
                    <a:schemeClr val="bg1">
                      <a:lumMod val="85000"/>
                    </a:schemeClr>
                  </a:solidFill>
                </a:ln>
                <a:noFill/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3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1369B8-B3F7-44DF-975B-57630CED624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69848" y="3730752"/>
            <a:ext cx="2560320" cy="11887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  <a:latin typeface="+mj-lt"/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  <a:latin typeface="+mj-lt"/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8199533E-4480-4EF0-855E-F0FC142777B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800600" y="3730752"/>
            <a:ext cx="2560320" cy="11887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  <a:latin typeface="+mj-lt"/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  <a:latin typeface="+mj-lt"/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58E1CB88-990B-431E-A733-AF73E309054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31352" y="3730752"/>
            <a:ext cx="2560320" cy="11887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  <a:latin typeface="+mj-lt"/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  <a:latin typeface="+mj-lt"/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Date Placeholder 4">
            <a:extLst>
              <a:ext uri="{FF2B5EF4-FFF2-40B4-BE49-F238E27FC236}">
                <a16:creationId xmlns:a16="http://schemas.microsoft.com/office/drawing/2014/main" id="{DCF4F2F5-E92C-4ECF-9FDE-3E0CE4FBFCA8}"/>
              </a:ext>
            </a:extLst>
          </p:cNvPr>
          <p:cNvSpPr>
            <a:spLocks noGrp="1"/>
          </p:cNvSpPr>
          <p:nvPr>
            <p:ph type="dt" sz="half" idx="38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25807F6-AD25-4B86-8D5C-5DBE4B0D30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1875" y="3231845"/>
            <a:ext cx="10091982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9461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Compe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A6EC474-5258-4E26-A871-01200EC785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2816352 w 12188952"/>
              <a:gd name="connsiteY0" fmla="*/ 1690688 h 6858000"/>
              <a:gd name="connsiteX1" fmla="*/ 2816352 w 12188952"/>
              <a:gd name="connsiteY1" fmla="*/ 5576888 h 6858000"/>
              <a:gd name="connsiteX2" fmla="*/ 3044952 w 12188952"/>
              <a:gd name="connsiteY2" fmla="*/ 5576888 h 6858000"/>
              <a:gd name="connsiteX3" fmla="*/ 3044952 w 12188952"/>
              <a:gd name="connsiteY3" fmla="*/ 1690688 h 6858000"/>
              <a:gd name="connsiteX4" fmla="*/ 0 w 12188952"/>
              <a:gd name="connsiteY4" fmla="*/ 0 h 6858000"/>
              <a:gd name="connsiteX5" fmla="*/ 12188952 w 12188952"/>
              <a:gd name="connsiteY5" fmla="*/ 0 h 6858000"/>
              <a:gd name="connsiteX6" fmla="*/ 12188952 w 12188952"/>
              <a:gd name="connsiteY6" fmla="*/ 6858000 h 6858000"/>
              <a:gd name="connsiteX7" fmla="*/ 0 w 1218895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2816352" y="1690688"/>
                </a:moveTo>
                <a:lnTo>
                  <a:pt x="2816352" y="5576888"/>
                </a:lnTo>
                <a:lnTo>
                  <a:pt x="3044952" y="5576888"/>
                </a:lnTo>
                <a:lnTo>
                  <a:pt x="3044952" y="1690688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4F54F31D-9C5E-4286-8D0E-6318D6D19D1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048000" y="1690688"/>
            <a:ext cx="9144000" cy="3886200"/>
          </a:xfrm>
          <a:solidFill>
            <a:schemeClr val="bg1">
              <a:alpha val="93000"/>
            </a:schemeClr>
          </a:solidFill>
        </p:spPr>
        <p:txBody>
          <a:bodyPr lIns="411480" tIns="566928" rIns="4937760" bIns="3063240" anchor="b">
            <a:noAutofit/>
          </a:bodyPr>
          <a:lstStyle>
            <a:lvl1pPr marL="0" indent="0"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9E034D-C1DD-48C0-BB6B-FDC6F8EBA5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3280" y="365125"/>
            <a:ext cx="7894320" cy="1325563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C8B9-8F2B-4131-A090-0ACBEEE80B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392488" y="2686050"/>
            <a:ext cx="3657600" cy="2743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14E40B-C52C-407A-9311-46FDCD84CB5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629525" y="1919288"/>
            <a:ext cx="3657600" cy="640080"/>
          </a:xfrm>
        </p:spPr>
        <p:txBody>
          <a:bodyPr anchor="b">
            <a:norm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96ED23-22F0-421E-849C-630BEABF8BD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629525" y="2686050"/>
            <a:ext cx="3657600" cy="2743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A2F77-6CFB-4347-9224-EFAA0C0EF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C1F45E-8700-4861-AD21-BB7A09E1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283171-31EE-44C7-A031-9F840EDEC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D2B628-14C7-401D-8451-24C64BCF3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817876" y="1690688"/>
            <a:ext cx="228600" cy="3886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4698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w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121B4B07-1B80-41CF-89AC-82A7628C9D7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7789164 w 12188952"/>
              <a:gd name="connsiteY0" fmla="*/ 2468880 h 6858000"/>
              <a:gd name="connsiteX1" fmla="*/ 7789164 w 12188952"/>
              <a:gd name="connsiteY1" fmla="*/ 2697480 h 6858000"/>
              <a:gd name="connsiteX2" fmla="*/ 10715244 w 12188952"/>
              <a:gd name="connsiteY2" fmla="*/ 2697480 h 6858000"/>
              <a:gd name="connsiteX3" fmla="*/ 10715244 w 12188952"/>
              <a:gd name="connsiteY3" fmla="*/ 2468880 h 6858000"/>
              <a:gd name="connsiteX4" fmla="*/ 4634484 w 12188952"/>
              <a:gd name="connsiteY4" fmla="*/ 2468880 h 6858000"/>
              <a:gd name="connsiteX5" fmla="*/ 4634484 w 12188952"/>
              <a:gd name="connsiteY5" fmla="*/ 2697480 h 6858000"/>
              <a:gd name="connsiteX6" fmla="*/ 7560564 w 12188952"/>
              <a:gd name="connsiteY6" fmla="*/ 2697480 h 6858000"/>
              <a:gd name="connsiteX7" fmla="*/ 7560564 w 12188952"/>
              <a:gd name="connsiteY7" fmla="*/ 2468880 h 6858000"/>
              <a:gd name="connsiteX8" fmla="*/ 1443228 w 12188952"/>
              <a:gd name="connsiteY8" fmla="*/ 2468880 h 6858000"/>
              <a:gd name="connsiteX9" fmla="*/ 1443228 w 12188952"/>
              <a:gd name="connsiteY9" fmla="*/ 2697480 h 6858000"/>
              <a:gd name="connsiteX10" fmla="*/ 4369308 w 12188952"/>
              <a:gd name="connsiteY10" fmla="*/ 2697480 h 6858000"/>
              <a:gd name="connsiteX11" fmla="*/ 4369308 w 12188952"/>
              <a:gd name="connsiteY11" fmla="*/ 2468880 h 6858000"/>
              <a:gd name="connsiteX12" fmla="*/ 0 w 12188952"/>
              <a:gd name="connsiteY12" fmla="*/ 0 h 6858000"/>
              <a:gd name="connsiteX13" fmla="*/ 12188952 w 12188952"/>
              <a:gd name="connsiteY13" fmla="*/ 0 h 6858000"/>
              <a:gd name="connsiteX14" fmla="*/ 12188952 w 12188952"/>
              <a:gd name="connsiteY14" fmla="*/ 6858000 h 6858000"/>
              <a:gd name="connsiteX15" fmla="*/ 0 w 12188952"/>
              <a:gd name="connsiteY1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88952" h="6858000">
                <a:moveTo>
                  <a:pt x="7789164" y="2468880"/>
                </a:moveTo>
                <a:lnTo>
                  <a:pt x="7789164" y="2697480"/>
                </a:lnTo>
                <a:lnTo>
                  <a:pt x="10715244" y="2697480"/>
                </a:lnTo>
                <a:lnTo>
                  <a:pt x="10715244" y="2468880"/>
                </a:lnTo>
                <a:close/>
                <a:moveTo>
                  <a:pt x="4634484" y="2468880"/>
                </a:moveTo>
                <a:lnTo>
                  <a:pt x="4634484" y="2697480"/>
                </a:lnTo>
                <a:lnTo>
                  <a:pt x="7560564" y="2697480"/>
                </a:lnTo>
                <a:lnTo>
                  <a:pt x="7560564" y="2468880"/>
                </a:lnTo>
                <a:close/>
                <a:moveTo>
                  <a:pt x="1443228" y="2468880"/>
                </a:moveTo>
                <a:lnTo>
                  <a:pt x="1443228" y="2697480"/>
                </a:lnTo>
                <a:lnTo>
                  <a:pt x="4369308" y="2697480"/>
                </a:lnTo>
                <a:lnTo>
                  <a:pt x="4369308" y="2468880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840922-E552-4901-81AD-E458DA6BF7F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66800" y="1525143"/>
            <a:ext cx="10058400" cy="548640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400">
                <a:latin typeface="+mj-lt"/>
              </a:defRPr>
            </a:lvl2pPr>
            <a:lvl3pPr marL="914400" indent="0" algn="ctr">
              <a:buNone/>
              <a:defRPr sz="2400">
                <a:latin typeface="+mj-lt"/>
              </a:defRPr>
            </a:lvl3pPr>
            <a:lvl4pPr marL="1371600" indent="0" algn="ctr">
              <a:buNone/>
              <a:defRPr sz="2400">
                <a:latin typeface="+mj-lt"/>
              </a:defRPr>
            </a:lvl4pPr>
            <a:lvl5pPr marL="1828800" indent="0" algn="ctr">
              <a:buNone/>
              <a:defRPr sz="24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7" name="Date Placeholder 6">
            <a:extLst>
              <a:ext uri="{FF2B5EF4-FFF2-40B4-BE49-F238E27FC236}">
                <a16:creationId xmlns:a16="http://schemas.microsoft.com/office/drawing/2014/main" id="{5DC05003-DC7F-4DC2-9902-F09425302D88}"/>
              </a:ext>
            </a:extLst>
          </p:cNvPr>
          <p:cNvSpPr>
            <a:spLocks noGrp="1"/>
          </p:cNvSpPr>
          <p:nvPr>
            <p:ph type="dt" sz="half" idx="4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E5DD934-36C9-4200-9B07-20B7B5F9B9D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444752" y="2697480"/>
            <a:ext cx="2926080" cy="2504064"/>
          </a:xfrm>
          <a:solidFill>
            <a:schemeClr val="bg1">
              <a:alpha val="90000"/>
            </a:schemeClr>
          </a:solidFill>
        </p:spPr>
        <p:txBody>
          <a:bodyPr tIns="50292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2</a:t>
            </a:r>
            <a:endParaRPr lang="en-ZA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6131369D-6688-434C-89C0-00892AA26C8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636008" y="2697587"/>
            <a:ext cx="2926080" cy="2505345"/>
          </a:xfrm>
          <a:solidFill>
            <a:schemeClr val="bg1">
              <a:alpha val="90000"/>
            </a:schemeClr>
          </a:solidFill>
        </p:spPr>
        <p:txBody>
          <a:bodyPr tIns="50292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3</a:t>
            </a:r>
            <a:endParaRPr lang="en-ZA" dirty="0"/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255864CA-BF08-4C2C-88EB-589BDFBE27B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790688" y="2697587"/>
            <a:ext cx="2926080" cy="2505345"/>
          </a:xfrm>
          <a:solidFill>
            <a:schemeClr val="bg1">
              <a:alpha val="90000"/>
            </a:schemeClr>
          </a:solidFill>
        </p:spPr>
        <p:txBody>
          <a:bodyPr tIns="50292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4</a:t>
            </a:r>
            <a:endParaRPr lang="en-ZA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B0287FA-646A-4E57-8C1A-1931B75F1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6008" y="2468880"/>
            <a:ext cx="29260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ED43C36-F674-49C6-8542-3721B150B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90688" y="2468880"/>
            <a:ext cx="29260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CF3302-2960-44AC-A88C-4C2817511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444752" y="2468880"/>
            <a:ext cx="29260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9809F78-EA1B-4C23-A53E-7DE8B4A6AE1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673352" y="3584448"/>
            <a:ext cx="2468880" cy="1371600"/>
          </a:xfrm>
        </p:spPr>
        <p:txBody>
          <a:bodyPr/>
          <a:lstStyle>
            <a:lvl1pPr marL="0" indent="0" algn="ctr">
              <a:lnSpc>
                <a:spcPts val="22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Bullet Description</a:t>
            </a:r>
            <a:endParaRPr lang="en-ZA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0AEB661-858B-44C9-9484-E540E04AD36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873775" y="3584448"/>
            <a:ext cx="2468880" cy="1371600"/>
          </a:xfrm>
        </p:spPr>
        <p:txBody>
          <a:bodyPr/>
          <a:lstStyle>
            <a:lvl1pPr marL="0" indent="0" algn="ctr">
              <a:lnSpc>
                <a:spcPts val="22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Bullet Description</a:t>
            </a:r>
            <a:endParaRPr lang="en-ZA" dirty="0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CCEAE0AB-74EC-4097-A534-A578F109793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019288" y="3584448"/>
            <a:ext cx="2468880" cy="1371600"/>
          </a:xfrm>
        </p:spPr>
        <p:txBody>
          <a:bodyPr/>
          <a:lstStyle>
            <a:lvl1pPr marL="0" indent="0" algn="ctr">
              <a:lnSpc>
                <a:spcPts val="22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Bullet Description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309957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68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5487709A-3CB5-4242-9D31-5DAC5D0494A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09000" y="2130552"/>
            <a:ext cx="2011680" cy="274320"/>
          </a:xfrm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81AA656-0DD9-4717-8FC2-4C8C03D063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9000" y="5184648"/>
            <a:ext cx="2011680" cy="274320"/>
          </a:xfrm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970652C9-A2DF-48D4-9530-B3F495F7A4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248" y="3273552"/>
            <a:ext cx="2011680" cy="274320"/>
          </a:xfr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BD279E7-C7DE-4501-9F36-BA9F05FFFF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345168" y="3273552"/>
            <a:ext cx="2011680" cy="274320"/>
          </a:xfrm>
        </p:spPr>
        <p:txBody>
          <a:bodyPr/>
          <a:lstStyle>
            <a:lvl1pPr marL="0" indent="0" algn="r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14BA6D1-4FDE-40E9-9F24-4719889A55F7}"/>
              </a:ext>
            </a:extLst>
          </p:cNvPr>
          <p:cNvCxnSpPr>
            <a:cxnSpLocks/>
          </p:cNvCxnSpPr>
          <p:nvPr userDrawn="1"/>
        </p:nvCxnSpPr>
        <p:spPr>
          <a:xfrm>
            <a:off x="929640" y="3631616"/>
            <a:ext cx="10332720" cy="0"/>
          </a:xfrm>
          <a:prstGeom prst="line">
            <a:avLst/>
          </a:prstGeom>
          <a:ln w="635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1A3B553-82A9-403C-B8D4-D8C8A4A395B7}"/>
              </a:ext>
            </a:extLst>
          </p:cNvPr>
          <p:cNvCxnSpPr>
            <a:cxnSpLocks/>
          </p:cNvCxnSpPr>
          <p:nvPr userDrawn="1"/>
        </p:nvCxnSpPr>
        <p:spPr>
          <a:xfrm>
            <a:off x="6096000" y="2473690"/>
            <a:ext cx="0" cy="2560320"/>
          </a:xfrm>
          <a:prstGeom prst="line">
            <a:avLst/>
          </a:prstGeom>
          <a:ln w="635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Date Placeholder 4">
            <a:extLst>
              <a:ext uri="{FF2B5EF4-FFF2-40B4-BE49-F238E27FC236}">
                <a16:creationId xmlns:a16="http://schemas.microsoft.com/office/drawing/2014/main" id="{25C7676A-1D83-4D31-9C74-59C46F15253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</p:spTree>
    <p:extLst>
      <p:ext uri="{BB962C8B-B14F-4D97-AF65-F5344CB8AC3E}">
        <p14:creationId xmlns:p14="http://schemas.microsoft.com/office/powerpoint/2010/main" val="4879019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034D-C1DD-48C0-BB6B-FDC6F8EBA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FFB71-D3BF-4723-8C5E-44AD8F0E9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3902"/>
            <a:ext cx="5157787" cy="567697"/>
          </a:xfrm>
        </p:spPr>
        <p:txBody>
          <a:bodyPr anchor="b" anchorCtr="0">
            <a:normAutofit/>
          </a:bodyPr>
          <a:lstStyle>
            <a:lvl1pPr marL="0" indent="0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C8B9-8F2B-4131-A090-0ACBEEE80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14E40B-C52C-407A-9311-46FDCD84CB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3902"/>
            <a:ext cx="5183188" cy="567697"/>
          </a:xfrm>
        </p:spPr>
        <p:txBody>
          <a:bodyPr anchor="b" anchorCtr="0">
            <a:normAutofit/>
          </a:bodyPr>
          <a:lstStyle>
            <a:lvl1pPr marL="0" indent="0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96ED23-22F0-421E-849C-630BEABF8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A2F77-6CFB-4347-9224-EFAA0C0EF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C1F45E-8700-4861-AD21-BB7A09E1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283171-31EE-44C7-A031-9F840EDEC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DF6BB91-26DF-45B2-B1D3-508C39F349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6613" y="1482296"/>
            <a:ext cx="8321040" cy="365125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+mj-lt"/>
              </a:defRPr>
            </a:lvl1pPr>
            <a:lvl2pPr marL="457200" indent="0">
              <a:buNone/>
              <a:defRPr sz="2000">
                <a:latin typeface="+mj-lt"/>
              </a:defRPr>
            </a:lvl2pPr>
            <a:lvl3pPr marL="914400" indent="0">
              <a:buNone/>
              <a:defRPr sz="2000">
                <a:latin typeface="+mj-lt"/>
              </a:defRPr>
            </a:lvl3pPr>
            <a:lvl4pPr marL="1371600" indent="0">
              <a:buNone/>
              <a:defRPr sz="2000">
                <a:latin typeface="+mj-lt"/>
              </a:defRPr>
            </a:lvl4pPr>
            <a:lvl5pPr marL="1828800" indent="0">
              <a:buNone/>
              <a:defRPr sz="20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6926302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1F6740D-79A8-4846-A90A-F1FF9BBDD00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422952"/>
            <a:ext cx="731520" cy="457200"/>
          </a:xfrm>
        </p:spPr>
        <p:txBody>
          <a:bodyPr anchor="ctr"/>
          <a:lstStyle>
            <a:lvl1pPr marL="0" indent="0" algn="ctr">
              <a:buNone/>
              <a:defRPr sz="1400" b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Year</a:t>
            </a:r>
            <a:endParaRPr lang="en-ZA" dirty="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93E06E79-FBB7-4594-8FC7-631D174541D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5B6D7F47-7406-4B82-8180-F3AD59BC656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5B79AE07-3E86-4374-9F86-8B70E8158AB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C939686F-A239-4AFE-AF56-38497CCD74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A634BB4E-B10D-4761-A0B8-EBC734EC96D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24228"/>
            <a:ext cx="731520" cy="457200"/>
          </a:xfrm>
        </p:spPr>
        <p:txBody>
          <a:bodyPr anchor="ctr"/>
          <a:lstStyle>
            <a:lvl1pPr marL="0" indent="0" algn="ctr">
              <a:buNone/>
              <a:defRPr sz="1400" b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Year</a:t>
            </a:r>
            <a:endParaRPr lang="en-ZA" dirty="0"/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869255BD-A63E-4BFC-9D2A-E5EABC1DCD8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31C27FFA-6FA2-4F90-9543-8AE7E5B90E4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DAA9F46A-F074-488E-91DA-AAC5D23406E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24F6FE0C-DA66-4BE4-B1CB-AE552497A03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E02CB3CF-9E17-4C7C-913F-21EFADB96CB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D3AC456D-7AB5-4BB9-8F76-B607929996B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C5E41A6A-28FF-4A75-BA52-2FA05EE92EC7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7A1FCD8B-8332-4362-80BA-3DBB4442605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7039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F2B53D10-BB76-4138-AAB8-844DCD895B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3" name="Text Placeholder 10">
            <a:extLst>
              <a:ext uri="{FF2B5EF4-FFF2-40B4-BE49-F238E27FC236}">
                <a16:creationId xmlns:a16="http://schemas.microsoft.com/office/drawing/2014/main" id="{A14739AB-36C4-4467-BA10-CEA1DF2894E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024E2A82-D649-44D9-BAA0-65A603E113B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5E9DBCF1-3DA9-4975-9B75-DEFC550B69C1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D04D2E9-E8EB-43F6-9734-AE8BEED8D89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7" name="Text Placeholder 10">
            <a:extLst>
              <a:ext uri="{FF2B5EF4-FFF2-40B4-BE49-F238E27FC236}">
                <a16:creationId xmlns:a16="http://schemas.microsoft.com/office/drawing/2014/main" id="{DCAF80E4-457C-461E-9E59-6EA9934B8F5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8A2813EA-E62D-4E2E-A97F-38974F23C88E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9" name="Text Placeholder 10">
            <a:extLst>
              <a:ext uri="{FF2B5EF4-FFF2-40B4-BE49-F238E27FC236}">
                <a16:creationId xmlns:a16="http://schemas.microsoft.com/office/drawing/2014/main" id="{0A4E7225-8A60-45A3-ACE7-2D6D1EA3306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0" name="Text Placeholder 10">
            <a:extLst>
              <a:ext uri="{FF2B5EF4-FFF2-40B4-BE49-F238E27FC236}">
                <a16:creationId xmlns:a16="http://schemas.microsoft.com/office/drawing/2014/main" id="{FD6DF9FE-80AE-43C3-B35A-B0B773A636E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725DE269-1E5D-4437-B997-CCFE8800082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2" name="Text Placeholder 10">
            <a:extLst>
              <a:ext uri="{FF2B5EF4-FFF2-40B4-BE49-F238E27FC236}">
                <a16:creationId xmlns:a16="http://schemas.microsoft.com/office/drawing/2014/main" id="{EAE25BBD-7B98-417B-B9FC-B2DF70FAFDC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0A4DF189-5583-4731-8F70-2578793E024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35745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5" name="Text Placeholder 3">
            <a:extLst>
              <a:ext uri="{FF2B5EF4-FFF2-40B4-BE49-F238E27FC236}">
                <a16:creationId xmlns:a16="http://schemas.microsoft.com/office/drawing/2014/main" id="{06405A2E-994F-49B5-ABCB-1CA1FCEB08C7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60987" y="2055840"/>
            <a:ext cx="1828800" cy="696885"/>
          </a:xfrm>
          <a:noFill/>
          <a:ln w="12700">
            <a:solidFill>
              <a:schemeClr val="accent3"/>
            </a:solidFill>
          </a:ln>
        </p:spPr>
        <p:txBody>
          <a:bodyPr tIns="36000" anchor="ctr" anchorCtr="1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Item Title</a:t>
            </a:r>
            <a:endParaRPr lang="en-ZA" dirty="0"/>
          </a:p>
        </p:txBody>
      </p:sp>
      <p:sp>
        <p:nvSpPr>
          <p:cNvPr id="67" name="Date Placeholder 4">
            <a:extLst>
              <a:ext uri="{FF2B5EF4-FFF2-40B4-BE49-F238E27FC236}">
                <a16:creationId xmlns:a16="http://schemas.microsoft.com/office/drawing/2014/main" id="{33000A7A-B075-4FF0-8FCA-89256A1A66C8}"/>
              </a:ext>
            </a:extLst>
          </p:cNvPr>
          <p:cNvSpPr>
            <a:spLocks noGrp="1"/>
          </p:cNvSpPr>
          <p:nvPr>
            <p:ph type="dt" sz="half" idx="61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AB03C7-C423-4EA2-AC0C-C153413E216C}"/>
              </a:ext>
            </a:extLst>
          </p:cNvPr>
          <p:cNvSpPr/>
          <p:nvPr userDrawn="1"/>
        </p:nvSpPr>
        <p:spPr>
          <a:xfrm>
            <a:off x="929640" y="3943857"/>
            <a:ext cx="1033272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2815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365760"/>
            <a:ext cx="1051560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5702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12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AF00A3-1058-4FA9-A985-03711701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F60BE-20E1-40C5-85E7-AEAABD0C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C939B-94C9-4FF9-B0C8-1149DEFA6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8A4789F7-47F3-492F-8AE6-209A1044F3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4400" y="2047876"/>
            <a:ext cx="2103120" cy="2913793"/>
          </a:xfrm>
          <a:custGeom>
            <a:avLst/>
            <a:gdLst>
              <a:gd name="connsiteX0" fmla="*/ 0 w 2103120"/>
              <a:gd name="connsiteY0" fmla="*/ 0 h 2913793"/>
              <a:gd name="connsiteX1" fmla="*/ 2103120 w 2103120"/>
              <a:gd name="connsiteY1" fmla="*/ 0 h 2913793"/>
              <a:gd name="connsiteX2" fmla="*/ 2103120 w 2103120"/>
              <a:gd name="connsiteY2" fmla="*/ 2913793 h 2913793"/>
              <a:gd name="connsiteX3" fmla="*/ 0 w 2103120"/>
              <a:gd name="connsiteY3" fmla="*/ 2913793 h 2913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03120" h="2913793">
                <a:moveTo>
                  <a:pt x="0" y="0"/>
                </a:moveTo>
                <a:lnTo>
                  <a:pt x="2103120" y="0"/>
                </a:lnTo>
                <a:lnTo>
                  <a:pt x="2103120" y="2913793"/>
                </a:lnTo>
                <a:lnTo>
                  <a:pt x="0" y="291379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E566A4-E145-4128-B0EB-DEE6D486BE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1352" y="5257800"/>
            <a:ext cx="2103120" cy="2743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143611-92A8-4EFD-9C6A-0D18F4DE154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1352" y="5551170"/>
            <a:ext cx="2103120" cy="36576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25A9EE92-C505-4777-B442-72C5A0BDCBF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667760" y="2047875"/>
            <a:ext cx="2103120" cy="3017520"/>
          </a:xfrm>
          <a:custGeom>
            <a:avLst/>
            <a:gdLst>
              <a:gd name="connsiteX0" fmla="*/ 0 w 2103120"/>
              <a:gd name="connsiteY0" fmla="*/ 0 h 3017520"/>
              <a:gd name="connsiteX1" fmla="*/ 2103120 w 2103120"/>
              <a:gd name="connsiteY1" fmla="*/ 0 h 3017520"/>
              <a:gd name="connsiteX2" fmla="*/ 2103120 w 2103120"/>
              <a:gd name="connsiteY2" fmla="*/ 3017520 h 3017520"/>
              <a:gd name="connsiteX3" fmla="*/ 2102104 w 2103120"/>
              <a:gd name="connsiteY3" fmla="*/ 3017520 h 3017520"/>
              <a:gd name="connsiteX4" fmla="*/ 2102104 w 2103120"/>
              <a:gd name="connsiteY4" fmla="*/ 2910625 h 3017520"/>
              <a:gd name="connsiteX5" fmla="*/ 0 w 2103120"/>
              <a:gd name="connsiteY5" fmla="*/ 2910625 h 301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3017520">
                <a:moveTo>
                  <a:pt x="0" y="0"/>
                </a:moveTo>
                <a:lnTo>
                  <a:pt x="2103120" y="0"/>
                </a:lnTo>
                <a:lnTo>
                  <a:pt x="2103120" y="3017520"/>
                </a:lnTo>
                <a:lnTo>
                  <a:pt x="2102104" y="3017520"/>
                </a:lnTo>
                <a:lnTo>
                  <a:pt x="2102104" y="2910625"/>
                </a:lnTo>
                <a:lnTo>
                  <a:pt x="0" y="291062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224436F-4BCF-481B-B0A9-C4AE888185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66744" y="5257800"/>
            <a:ext cx="2103120" cy="2743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CE81F848-2A43-484F-8AB0-8E45A15079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66744" y="5551170"/>
            <a:ext cx="2103120" cy="36576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B98E2731-9AE8-4D4E-969E-814287EE84A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421120" y="2047875"/>
            <a:ext cx="2103120" cy="3017520"/>
          </a:xfrm>
          <a:custGeom>
            <a:avLst/>
            <a:gdLst>
              <a:gd name="connsiteX0" fmla="*/ 0 w 2103120"/>
              <a:gd name="connsiteY0" fmla="*/ 0 h 3017520"/>
              <a:gd name="connsiteX1" fmla="*/ 2103120 w 2103120"/>
              <a:gd name="connsiteY1" fmla="*/ 0 h 3017520"/>
              <a:gd name="connsiteX2" fmla="*/ 2103120 w 2103120"/>
              <a:gd name="connsiteY2" fmla="*/ 3017520 h 3017520"/>
              <a:gd name="connsiteX3" fmla="*/ 2100725 w 2103120"/>
              <a:gd name="connsiteY3" fmla="*/ 3017520 h 3017520"/>
              <a:gd name="connsiteX4" fmla="*/ 2100725 w 2103120"/>
              <a:gd name="connsiteY4" fmla="*/ 2910625 h 3017520"/>
              <a:gd name="connsiteX5" fmla="*/ 0 w 2103120"/>
              <a:gd name="connsiteY5" fmla="*/ 2910625 h 301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3017520">
                <a:moveTo>
                  <a:pt x="0" y="0"/>
                </a:moveTo>
                <a:lnTo>
                  <a:pt x="2103120" y="0"/>
                </a:lnTo>
                <a:lnTo>
                  <a:pt x="2103120" y="3017520"/>
                </a:lnTo>
                <a:lnTo>
                  <a:pt x="2100725" y="3017520"/>
                </a:lnTo>
                <a:lnTo>
                  <a:pt x="2100725" y="2910625"/>
                </a:lnTo>
                <a:lnTo>
                  <a:pt x="0" y="291062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AB0DA7E8-8D66-4F86-86F2-604044642B8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19088" y="5257800"/>
            <a:ext cx="2103120" cy="2743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3DC8F7DC-7D79-452D-89D4-DC0155C9686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9088" y="5551170"/>
            <a:ext cx="2103120" cy="36576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ACF06764-EDD6-4592-AF7B-7BF92AF387F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74480" y="2047875"/>
            <a:ext cx="2103120" cy="3017520"/>
          </a:xfrm>
          <a:custGeom>
            <a:avLst/>
            <a:gdLst>
              <a:gd name="connsiteX0" fmla="*/ 0 w 2103120"/>
              <a:gd name="connsiteY0" fmla="*/ 0 h 3017520"/>
              <a:gd name="connsiteX1" fmla="*/ 2103120 w 2103120"/>
              <a:gd name="connsiteY1" fmla="*/ 0 h 3017520"/>
              <a:gd name="connsiteX2" fmla="*/ 2103120 w 2103120"/>
              <a:gd name="connsiteY2" fmla="*/ 2910625 h 3017520"/>
              <a:gd name="connsiteX3" fmla="*/ 2268 w 2103120"/>
              <a:gd name="connsiteY3" fmla="*/ 2910625 h 3017520"/>
              <a:gd name="connsiteX4" fmla="*/ 2268 w 2103120"/>
              <a:gd name="connsiteY4" fmla="*/ 3017520 h 3017520"/>
              <a:gd name="connsiteX5" fmla="*/ 0 w 2103120"/>
              <a:gd name="connsiteY5" fmla="*/ 3017520 h 301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3017520">
                <a:moveTo>
                  <a:pt x="0" y="0"/>
                </a:moveTo>
                <a:lnTo>
                  <a:pt x="2103120" y="0"/>
                </a:lnTo>
                <a:lnTo>
                  <a:pt x="2103120" y="2910625"/>
                </a:lnTo>
                <a:lnTo>
                  <a:pt x="2268" y="2910625"/>
                </a:lnTo>
                <a:lnTo>
                  <a:pt x="2268" y="3017520"/>
                </a:lnTo>
                <a:lnTo>
                  <a:pt x="0" y="301752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0810DF3C-ABDE-477A-AAF0-72B27ED1749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71432" y="5257800"/>
            <a:ext cx="2103120" cy="2743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EBB0D63B-5F58-422A-A566-A7DE54E85F3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71432" y="5551170"/>
            <a:ext cx="2103120" cy="36576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BFF9948-88DC-4F9B-ADAB-743B4534E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4961668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4AB8730-C1E9-4C39-AD6B-791ECCB2A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66744" y="4958500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0B1428-A83E-4197-AB02-D6F4EE2027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8725" y="4958500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BAF707-3808-4238-963B-95584798BE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76748" y="4958500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6992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8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AF00A3-1058-4FA9-A985-03711701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F60BE-20E1-40C5-85E7-AEAABD0C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C939B-94C9-4FF9-B0C8-1149DEFA6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D0D0D822-3E52-4D3E-BD04-0A87AF2312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4400" y="2047875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264244 h 1371600"/>
              <a:gd name="connsiteX3" fmla="*/ 142 w 2103120"/>
              <a:gd name="connsiteY3" fmla="*/ 1264244 h 1371600"/>
              <a:gd name="connsiteX4" fmla="*/ 142 w 2103120"/>
              <a:gd name="connsiteY4" fmla="*/ 1371600 h 1371600"/>
              <a:gd name="connsiteX5" fmla="*/ 0 w 2103120"/>
              <a:gd name="connsiteY5" fmla="*/ 137160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264244"/>
                </a:lnTo>
                <a:lnTo>
                  <a:pt x="142" y="1264244"/>
                </a:lnTo>
                <a:lnTo>
                  <a:pt x="142" y="13716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E566A4-E145-4128-B0EB-DEE6D486BE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1352" y="3524652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143611-92A8-4EFD-9C6A-0D18F4DE154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1352" y="3774234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F1850C15-0C47-405D-A6CC-FC41802A67C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667760" y="2047875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371600 h 1371600"/>
              <a:gd name="connsiteX3" fmla="*/ 2102683 w 2103120"/>
              <a:gd name="connsiteY3" fmla="*/ 1371600 h 1371600"/>
              <a:gd name="connsiteX4" fmla="*/ 2102683 w 2103120"/>
              <a:gd name="connsiteY4" fmla="*/ 1266213 h 1371600"/>
              <a:gd name="connsiteX5" fmla="*/ 0 w 2103120"/>
              <a:gd name="connsiteY5" fmla="*/ 1266213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371600"/>
                </a:lnTo>
                <a:lnTo>
                  <a:pt x="2102683" y="1371600"/>
                </a:lnTo>
                <a:lnTo>
                  <a:pt x="2102683" y="1266213"/>
                </a:lnTo>
                <a:lnTo>
                  <a:pt x="0" y="126621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224436F-4BCF-481B-B0A9-C4AE888185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66744" y="3524652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CE81F848-2A43-484F-8AB0-8E45A15079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66744" y="3774234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4BE5C88B-BE08-4186-BF4E-95E5811D18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421120" y="2047875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371600 h 1371600"/>
              <a:gd name="connsiteX3" fmla="*/ 2100867 w 2103120"/>
              <a:gd name="connsiteY3" fmla="*/ 1371600 h 1371600"/>
              <a:gd name="connsiteX4" fmla="*/ 2100867 w 2103120"/>
              <a:gd name="connsiteY4" fmla="*/ 1266213 h 1371600"/>
              <a:gd name="connsiteX5" fmla="*/ 0 w 2103120"/>
              <a:gd name="connsiteY5" fmla="*/ 1266213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371600"/>
                </a:lnTo>
                <a:lnTo>
                  <a:pt x="2100867" y="1371600"/>
                </a:lnTo>
                <a:lnTo>
                  <a:pt x="2100867" y="1266213"/>
                </a:lnTo>
                <a:lnTo>
                  <a:pt x="0" y="126621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AB0DA7E8-8D66-4F86-86F2-604044642B8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19088" y="3524652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3DC8F7DC-7D79-452D-89D4-DC0155C9686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9088" y="3774234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CF3E2C3A-A072-436A-8C0E-682F06540C4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74480" y="2047875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371600 h 1371600"/>
              <a:gd name="connsiteX3" fmla="*/ 2101667 w 2103120"/>
              <a:gd name="connsiteY3" fmla="*/ 1371600 h 1371600"/>
              <a:gd name="connsiteX4" fmla="*/ 2101667 w 2103120"/>
              <a:gd name="connsiteY4" fmla="*/ 1266213 h 1371600"/>
              <a:gd name="connsiteX5" fmla="*/ 0 w 2103120"/>
              <a:gd name="connsiteY5" fmla="*/ 1266213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371600"/>
                </a:lnTo>
                <a:lnTo>
                  <a:pt x="2101667" y="1371600"/>
                </a:lnTo>
                <a:lnTo>
                  <a:pt x="2101667" y="1266213"/>
                </a:lnTo>
                <a:lnTo>
                  <a:pt x="0" y="126621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0810DF3C-ABDE-477A-AAF0-72B27ED1749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71432" y="3524652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EBB0D63B-5F58-422A-A566-A7DE54E85F3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71432" y="3774234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20DAF781-CA6C-43D3-B553-E58DBF509A4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7448" y="4261336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276026 h 1371600"/>
              <a:gd name="connsiteX3" fmla="*/ 624 w 2103120"/>
              <a:gd name="connsiteY3" fmla="*/ 1276026 h 1371600"/>
              <a:gd name="connsiteX4" fmla="*/ 624 w 2103120"/>
              <a:gd name="connsiteY4" fmla="*/ 1371600 h 1371600"/>
              <a:gd name="connsiteX5" fmla="*/ 0 w 2103120"/>
              <a:gd name="connsiteY5" fmla="*/ 137160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276026"/>
                </a:lnTo>
                <a:lnTo>
                  <a:pt x="624" y="1276026"/>
                </a:lnTo>
                <a:lnTo>
                  <a:pt x="624" y="13716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502DEDD-A955-4A8D-9A05-828A01CE551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4400" y="573811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E76CEA8C-8899-44E0-9F47-106A711A4CC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14400" y="600134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6" name="Picture Placeholder 45">
            <a:extLst>
              <a:ext uri="{FF2B5EF4-FFF2-40B4-BE49-F238E27FC236}">
                <a16:creationId xmlns:a16="http://schemas.microsoft.com/office/drawing/2014/main" id="{4DE21878-7282-49DF-A1B3-B38F5A85F71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670808" y="4261336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371600 h 1371600"/>
              <a:gd name="connsiteX3" fmla="*/ 2102728 w 2103120"/>
              <a:gd name="connsiteY3" fmla="*/ 1371600 h 1371600"/>
              <a:gd name="connsiteX4" fmla="*/ 2102728 w 2103120"/>
              <a:gd name="connsiteY4" fmla="*/ 1277995 h 1371600"/>
              <a:gd name="connsiteX5" fmla="*/ 0 w 2103120"/>
              <a:gd name="connsiteY5" fmla="*/ 1277995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371600"/>
                </a:lnTo>
                <a:lnTo>
                  <a:pt x="2102728" y="1371600"/>
                </a:lnTo>
                <a:lnTo>
                  <a:pt x="2102728" y="1277995"/>
                </a:lnTo>
                <a:lnTo>
                  <a:pt x="0" y="127799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3179BABC-F01C-4C09-BE82-C1C218CA476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669792" y="573811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B1CE826-A5B2-4507-ADB0-BD2BFE4B8B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669792" y="600134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7" name="Picture Placeholder 46">
            <a:extLst>
              <a:ext uri="{FF2B5EF4-FFF2-40B4-BE49-F238E27FC236}">
                <a16:creationId xmlns:a16="http://schemas.microsoft.com/office/drawing/2014/main" id="{09624F3D-E589-4C68-B98A-566CCAAA98D1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424168" y="4261336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371600 h 1371600"/>
              <a:gd name="connsiteX3" fmla="*/ 2098017 w 2103120"/>
              <a:gd name="connsiteY3" fmla="*/ 1371600 h 1371600"/>
              <a:gd name="connsiteX4" fmla="*/ 2098017 w 2103120"/>
              <a:gd name="connsiteY4" fmla="*/ 1277995 h 1371600"/>
              <a:gd name="connsiteX5" fmla="*/ 0 w 2103120"/>
              <a:gd name="connsiteY5" fmla="*/ 1277995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371600"/>
                </a:lnTo>
                <a:lnTo>
                  <a:pt x="2098017" y="1371600"/>
                </a:lnTo>
                <a:lnTo>
                  <a:pt x="2098017" y="1277995"/>
                </a:lnTo>
                <a:lnTo>
                  <a:pt x="0" y="127799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6F19331A-27CF-4270-B991-C2E97C6E6CA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422136" y="573811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C123301D-8AA0-4C65-B928-3902E4793B5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422136" y="600134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Picture Placeholder 47">
            <a:extLst>
              <a:ext uri="{FF2B5EF4-FFF2-40B4-BE49-F238E27FC236}">
                <a16:creationId xmlns:a16="http://schemas.microsoft.com/office/drawing/2014/main" id="{09B16E22-2B7C-413C-9283-51DBE7DF0F62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9177528" y="4261336"/>
            <a:ext cx="2103120" cy="1371600"/>
          </a:xfrm>
          <a:custGeom>
            <a:avLst/>
            <a:gdLst>
              <a:gd name="connsiteX0" fmla="*/ 0 w 2103120"/>
              <a:gd name="connsiteY0" fmla="*/ 0 h 1371600"/>
              <a:gd name="connsiteX1" fmla="*/ 2103120 w 2103120"/>
              <a:gd name="connsiteY1" fmla="*/ 0 h 1371600"/>
              <a:gd name="connsiteX2" fmla="*/ 2103120 w 2103120"/>
              <a:gd name="connsiteY2" fmla="*/ 1371600 h 1371600"/>
              <a:gd name="connsiteX3" fmla="*/ 2097024 w 2103120"/>
              <a:gd name="connsiteY3" fmla="*/ 1371600 h 1371600"/>
              <a:gd name="connsiteX4" fmla="*/ 2097024 w 2103120"/>
              <a:gd name="connsiteY4" fmla="*/ 1277995 h 1371600"/>
              <a:gd name="connsiteX5" fmla="*/ 0 w 2103120"/>
              <a:gd name="connsiteY5" fmla="*/ 1277995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03120" h="1371600">
                <a:moveTo>
                  <a:pt x="0" y="0"/>
                </a:moveTo>
                <a:lnTo>
                  <a:pt x="2103120" y="0"/>
                </a:lnTo>
                <a:lnTo>
                  <a:pt x="2103120" y="1371600"/>
                </a:lnTo>
                <a:lnTo>
                  <a:pt x="2097024" y="1371600"/>
                </a:lnTo>
                <a:lnTo>
                  <a:pt x="2097024" y="1277995"/>
                </a:lnTo>
                <a:lnTo>
                  <a:pt x="0" y="1277995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1" name="Text Placeholder 8">
            <a:extLst>
              <a:ext uri="{FF2B5EF4-FFF2-40B4-BE49-F238E27FC236}">
                <a16:creationId xmlns:a16="http://schemas.microsoft.com/office/drawing/2014/main" id="{9E095B1F-8D49-4766-951D-A60C5BA5DB4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174480" y="573811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A3C30BF1-DCAF-4FF7-AE62-42A77BBB551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174480" y="6001343"/>
            <a:ext cx="2103120" cy="228600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54DA5CF-5D2A-43B4-85A8-340C8F7BBA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542" y="3312119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6B1FEE3-D401-47CB-80E6-52D6DF510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67323" y="3314088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8D86A78-C607-45C6-8641-1AF4A5F073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8867" y="3314088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84BFDA8-0351-4C99-8911-2034DAE3D7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73027" y="3314088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896FDB4-943E-4915-BFB5-FBF28C1F0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8072" y="5537362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DE6F848-8616-4A39-B962-93F75C4718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70416" y="5539331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06A04BD-9213-47EF-B5B0-2684E430D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9065" y="5539331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869DE2A-F897-46B0-B840-A25978924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71432" y="5539331"/>
            <a:ext cx="2103120" cy="10972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4219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7" y="365760"/>
            <a:ext cx="1051560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DD0C4E2-C56D-415A-A93E-7E5A3DD9BB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4333934"/>
            <a:ext cx="22860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3466F58-8094-496E-8FA6-A2A07D706E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400" y="5235467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7ECF580-8E4E-43A8-957B-F86F1C61ADA4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14400" y="2004810"/>
            <a:ext cx="2286000" cy="21717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58B05749-818D-4447-958A-FEF293220A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602736" y="4333934"/>
            <a:ext cx="22860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7F20B9D5-25D9-47F8-A972-A75CCB164FD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602736" y="5235467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2" name="Content Placeholder 6">
            <a:extLst>
              <a:ext uri="{FF2B5EF4-FFF2-40B4-BE49-F238E27FC236}">
                <a16:creationId xmlns:a16="http://schemas.microsoft.com/office/drawing/2014/main" id="{41B075AD-BF48-4749-9202-8150B2107377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603626" y="2004810"/>
            <a:ext cx="2286000" cy="21717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95B953E6-3C98-4798-A4E9-1B1440A15A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2077" y="4333934"/>
            <a:ext cx="22860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65B3E813-F032-4E15-B3D8-B0B967E1840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2077" y="5235467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5" name="Content Placeholder 6">
            <a:extLst>
              <a:ext uri="{FF2B5EF4-FFF2-40B4-BE49-F238E27FC236}">
                <a16:creationId xmlns:a16="http://schemas.microsoft.com/office/drawing/2014/main" id="{3A1AE7A9-C278-4553-BA87-9A37448FE965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8982077" y="2004810"/>
            <a:ext cx="2286000" cy="21717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1408D2FA-A2B1-4447-8C50-0F16D70CE9D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291072" y="4333934"/>
            <a:ext cx="22860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7" name="Text Placeholder 12">
            <a:extLst>
              <a:ext uri="{FF2B5EF4-FFF2-40B4-BE49-F238E27FC236}">
                <a16:creationId xmlns:a16="http://schemas.microsoft.com/office/drawing/2014/main" id="{68834F1C-0151-4D96-9804-08CAEEDB349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91072" y="5235467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8" name="Content Placeholder 6">
            <a:extLst>
              <a:ext uri="{FF2B5EF4-FFF2-40B4-BE49-F238E27FC236}">
                <a16:creationId xmlns:a16="http://schemas.microsoft.com/office/drawing/2014/main" id="{DB26BE5E-69FC-43BF-BD74-25B62546B252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6292852" y="2004810"/>
            <a:ext cx="2286000" cy="21717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E9D71C6C-8090-42D9-AA7D-9D858A08982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4400" y="4912335"/>
            <a:ext cx="22860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DBCB0A2-01FA-4A56-9187-2141478D277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602736" y="4912335"/>
            <a:ext cx="22860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A8DA037D-3115-4D06-B62B-8B2361C1B73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982077" y="4912335"/>
            <a:ext cx="22860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2CE21E27-DF2A-4809-8004-DBD3CB8C9D7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91072" y="4912335"/>
            <a:ext cx="22860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16286683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12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F1B0119-8B53-4329-89FD-7688250A12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8724" y="481369"/>
            <a:ext cx="11274552" cy="2743200"/>
          </a:xfrm>
          <a:custGeom>
            <a:avLst/>
            <a:gdLst>
              <a:gd name="connsiteX0" fmla="*/ 0 w 11274552"/>
              <a:gd name="connsiteY0" fmla="*/ 0 h 2743200"/>
              <a:gd name="connsiteX1" fmla="*/ 11274552 w 11274552"/>
              <a:gd name="connsiteY1" fmla="*/ 0 h 2743200"/>
              <a:gd name="connsiteX2" fmla="*/ 11274552 w 11274552"/>
              <a:gd name="connsiteY2" fmla="*/ 2743200 h 2743200"/>
              <a:gd name="connsiteX3" fmla="*/ 5730217 w 11274552"/>
              <a:gd name="connsiteY3" fmla="*/ 2743200 h 2743200"/>
              <a:gd name="connsiteX4" fmla="*/ 5730217 w 11274552"/>
              <a:gd name="connsiteY4" fmla="*/ 1118831 h 2743200"/>
              <a:gd name="connsiteX5" fmla="*/ 5522399 w 11274552"/>
              <a:gd name="connsiteY5" fmla="*/ 1118831 h 2743200"/>
              <a:gd name="connsiteX6" fmla="*/ 5522399 w 11274552"/>
              <a:gd name="connsiteY6" fmla="*/ 2743200 h 2743200"/>
              <a:gd name="connsiteX7" fmla="*/ 0 w 11274552"/>
              <a:gd name="connsiteY7" fmla="*/ 2743200 h 274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74552" h="2743200">
                <a:moveTo>
                  <a:pt x="0" y="0"/>
                </a:moveTo>
                <a:lnTo>
                  <a:pt x="11274552" y="0"/>
                </a:lnTo>
                <a:lnTo>
                  <a:pt x="11274552" y="2743200"/>
                </a:lnTo>
                <a:lnTo>
                  <a:pt x="5730217" y="2743200"/>
                </a:lnTo>
                <a:lnTo>
                  <a:pt x="5730217" y="1118831"/>
                </a:lnTo>
                <a:lnTo>
                  <a:pt x="5522399" y="1118831"/>
                </a:lnTo>
                <a:lnTo>
                  <a:pt x="5522399" y="2743200"/>
                </a:lnTo>
                <a:lnTo>
                  <a:pt x="0" y="27432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3592386"/>
            <a:ext cx="4572000" cy="1325563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FEDD6309-46B2-4D7D-A1E2-8F04609BF7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89391" y="3546349"/>
            <a:ext cx="5248656" cy="1920240"/>
          </a:xfrm>
        </p:spPr>
        <p:txBody>
          <a:bodyPr>
            <a:no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C8E637-78B0-4855-A6B1-C2DE56F364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981123" y="1600200"/>
            <a:ext cx="207818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89A89CDF-EE53-4D5A-BA2F-B21F454E10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39512" y="5503164"/>
            <a:ext cx="6958584" cy="1371600"/>
          </a:xfrm>
        </p:spPr>
        <p:txBody>
          <a:bodyPr vert="horz" bIns="0" anchor="t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1000" cap="all" baseline="0">
                <a:solidFill>
                  <a:schemeClr val="bg1">
                    <a:lumMod val="95000"/>
                  </a:schemeClr>
                </a:solidFill>
                <a:latin typeface="Source Sans Pro ExtraLight" panose="020B0303030403020204" pitchFamily="34" charset="0"/>
                <a:ea typeface="Source Sans Pro ExtraLight" panose="020B0303030403020204" pitchFamily="34" charset="0"/>
              </a:defRPr>
            </a:lvl1pPr>
          </a:lstStyle>
          <a:p>
            <a:pPr lvl="0"/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42667909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12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ED48F4-DBCF-44E9-BDD6-E6E63CAB735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4" y="0"/>
            <a:ext cx="12188952" cy="6858000"/>
          </a:xfrm>
          <a:custGeom>
            <a:avLst/>
            <a:gdLst>
              <a:gd name="connsiteX0" fmla="*/ 0 w 12188952"/>
              <a:gd name="connsiteY0" fmla="*/ 0 h 6858000"/>
              <a:gd name="connsiteX1" fmla="*/ 12188952 w 12188952"/>
              <a:gd name="connsiteY1" fmla="*/ 0 h 6858000"/>
              <a:gd name="connsiteX2" fmla="*/ 12188952 w 12188952"/>
              <a:gd name="connsiteY2" fmla="*/ 3423562 h 6858000"/>
              <a:gd name="connsiteX3" fmla="*/ 7502172 w 12188952"/>
              <a:gd name="connsiteY3" fmla="*/ 3423562 h 6858000"/>
              <a:gd name="connsiteX4" fmla="*/ 7502172 w 12188952"/>
              <a:gd name="connsiteY4" fmla="*/ 3652162 h 6858000"/>
              <a:gd name="connsiteX5" fmla="*/ 12188952 w 12188952"/>
              <a:gd name="connsiteY5" fmla="*/ 3652162 h 6858000"/>
              <a:gd name="connsiteX6" fmla="*/ 12188952 w 12188952"/>
              <a:gd name="connsiteY6" fmla="*/ 6858000 h 6858000"/>
              <a:gd name="connsiteX7" fmla="*/ 0 w 1218895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3423562"/>
                </a:lnTo>
                <a:lnTo>
                  <a:pt x="7502172" y="3423562"/>
                </a:lnTo>
                <a:lnTo>
                  <a:pt x="7502172" y="3652162"/>
                </a:lnTo>
                <a:lnTo>
                  <a:pt x="12188952" y="3652162"/>
                </a:lnTo>
                <a:lnTo>
                  <a:pt x="1218895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7D5655F-601C-49CF-925B-4467144804D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467603" y="4681728"/>
            <a:ext cx="3838731" cy="16459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lnSpc>
                <a:spcPct val="100000"/>
              </a:lnSpc>
              <a:buNone/>
              <a:defRPr sz="1600"/>
            </a:lvl2pPr>
            <a:lvl3pPr marL="914400" indent="0">
              <a:lnSpc>
                <a:spcPct val="100000"/>
              </a:lnSpc>
              <a:buNone/>
              <a:defRPr sz="1600"/>
            </a:lvl3pPr>
            <a:lvl4pPr marL="1371600" indent="0">
              <a:lnSpc>
                <a:spcPct val="100000"/>
              </a:lnSpc>
              <a:buNone/>
              <a:defRPr sz="1600"/>
            </a:lvl4pPr>
            <a:lvl5pPr marL="1828800" indent="0">
              <a:lnSpc>
                <a:spcPct val="1000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4EE02-E082-4906-9F26-21DA131BE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03696" y="3423562"/>
            <a:ext cx="4686780" cy="22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49F40A-2F72-4059-80C0-FD3038B0C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5854" y="3941064"/>
            <a:ext cx="3840480" cy="640080"/>
          </a:xfrm>
        </p:spPr>
        <p:txBody>
          <a:bodyPr anchor="t"/>
          <a:lstStyle>
            <a:lvl1pPr>
              <a:spcBef>
                <a:spcPts val="1000"/>
              </a:spcBef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7654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F6510-D603-481E-B685-9095150A2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743757-ABC3-44BF-87D3-5E323E9B0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79566-C1F8-443D-A135-C66889847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7/14/20XX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5CF363-F733-460B-9E71-BF70442AC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B0FA47-58F4-4B95-AD52-4EFE7977A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949378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4411E-20EA-4627-8A68-17038DCE1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4E5B2-1EB9-4222-8FAB-65BDC9A95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197C18-82B5-4EB5-9010-63FFB7F531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32AD86-1F8B-4DE6-9736-793E17817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7/14/20XX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0A3B3-8B02-4D8B-A982-7C7CA03A9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C9CBB-7187-447C-9F33-04CFDCD0B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881390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25D6D-4906-4DAB-B1BA-9436026FE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975A10-62C2-4D29-B192-A142562FE0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B58235-2C90-48E1-8A68-7413F7839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FCAF9B-D406-4E4F-B804-AF188F651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7/14/20XX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E5FF7C-B4CA-48C1-B1A5-2AA329D34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ABB43-2086-4CDB-B2A4-E51E7D83C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5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7/14/20XX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67" r:id="rId3"/>
    <p:sldLayoutId id="2147483685" r:id="rId4"/>
    <p:sldLayoutId id="2147483650" r:id="rId5"/>
    <p:sldLayoutId id="2147483669" r:id="rId6"/>
    <p:sldLayoutId id="2147483651" r:id="rId7"/>
    <p:sldLayoutId id="2147483671" r:id="rId8"/>
    <p:sldLayoutId id="2147483683" r:id="rId9"/>
    <p:sldLayoutId id="2147483687" r:id="rId10"/>
    <p:sldLayoutId id="2147483672" r:id="rId11"/>
    <p:sldLayoutId id="2147483680" r:id="rId12"/>
    <p:sldLayoutId id="2147483678" r:id="rId13"/>
    <p:sldLayoutId id="2147483653" r:id="rId14"/>
    <p:sldLayoutId id="2147483677" r:id="rId15"/>
    <p:sldLayoutId id="2147483673" r:id="rId16"/>
    <p:sldLayoutId id="2147483654" r:id="rId17"/>
    <p:sldLayoutId id="2147483674" r:id="rId18"/>
    <p:sldLayoutId id="2147483675" r:id="rId19"/>
    <p:sldLayoutId id="2147483676" r:id="rId20"/>
    <p:sldLayoutId id="2147483668" r:id="rId21"/>
    <p:sldLayoutId id="2147483652" r:id="rId22"/>
    <p:sldLayoutId id="2147483656" r:id="rId23"/>
    <p:sldLayoutId id="2147483657" r:id="rId2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136" userDrawn="1">
          <p15:clr>
            <a:srgbClr val="5ACBF0"/>
          </p15:clr>
        </p15:guide>
        <p15:guide id="2" pos="2568" userDrawn="1">
          <p15:clr>
            <a:srgbClr val="5ACBF0"/>
          </p15:clr>
        </p15:guide>
        <p15:guide id="3" pos="5760" userDrawn="1">
          <p15:clr>
            <a:srgbClr val="F26B43"/>
          </p15:clr>
        </p15:guide>
        <p15:guide id="4" pos="1920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576" userDrawn="1">
          <p15:clr>
            <a:srgbClr val="000000"/>
          </p15:clr>
        </p15:guide>
        <p15:guide id="7" pos="7104" userDrawn="1">
          <p15:clr>
            <a:srgbClr val="00000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2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 descr="photo of bridge and cables">
            <a:extLst>
              <a:ext uri="{FF2B5EF4-FFF2-40B4-BE49-F238E27FC236}">
                <a16:creationId xmlns:a16="http://schemas.microsoft.com/office/drawing/2014/main" id="{96D6DE01-D902-4482-9C44-25411826C9A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" y="0"/>
            <a:ext cx="12188952" cy="6858000"/>
          </a:xfrm>
        </p:spPr>
      </p:pic>
      <p:sp>
        <p:nvSpPr>
          <p:cNvPr id="9" name="TextBox 8"/>
          <p:cNvSpPr txBox="1"/>
          <p:nvPr/>
        </p:nvSpPr>
        <p:spPr>
          <a:xfrm>
            <a:off x="914400" y="4407408"/>
            <a:ext cx="7955279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MEMORY WITH A RECEIPT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992624"/>
            <a:ext cx="749807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Arial"/>
              </a:rPr>
              <a:t>Organizational Memory Auditor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5650992"/>
            <a:ext cx="6400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Arial"/>
              </a:rPr>
              <a:t>Every answer carries the evidence, the conflict, and the way back.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5971032"/>
            <a:ext cx="49377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RELEX Challenge · AaltoAI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Placeholder 9" descr="image of bar graphs">
            <a:extLst>
              <a:ext uri="{FF2B5EF4-FFF2-40B4-BE49-F238E27FC236}">
                <a16:creationId xmlns:a16="http://schemas.microsoft.com/office/drawing/2014/main" id="{B1240E7A-9EE3-4AD7-AC70-53A1C0C7D52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" y="0"/>
            <a:ext cx="12188952" cy="6858000"/>
          </a:xfrm>
        </p:spPr>
      </p:pic>
      <p:sp>
        <p:nvSpPr>
          <p:cNvPr id="11" name="TextBox 10"/>
          <p:cNvSpPr txBox="1"/>
          <p:nvPr/>
        </p:nvSpPr>
        <p:spPr>
          <a:xfrm>
            <a:off x="914400" y="548640"/>
            <a:ext cx="91440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WHY MEMORY BREAKS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133856"/>
            <a:ext cx="795527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rial"/>
              </a:rPr>
              <a:t>A clean summary can still be wrong when the archive disagrees with itself.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691640"/>
            <a:ext cx="4572000" cy="3611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4D71"/>
                </a:solidFill>
                <a:latin typeface="Arial"/>
              </a:rPr>
              <a:t>45 files, one messy truth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121A22"/>
                </a:solidFill>
                <a:latin typeface="Arial"/>
              </a:rPr>
              <a:t>Transcripts, email threads and status reports — with people, dates and decisions changing over time.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64D71"/>
                </a:solidFill>
                <a:latin typeface="Arial"/>
              </a:rPr>
              <a:t>Suggestion ≠ commitment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121A22"/>
                </a:solidFill>
                <a:latin typeface="Arial"/>
              </a:rPr>
              <a:t>A polished assistant can turn an idea into an agreement if nobody checks the receipt.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42432" y="1691640"/>
            <a:ext cx="4572000" cy="3611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4D71"/>
                </a:solidFill>
                <a:latin typeface="Arial"/>
              </a:rPr>
              <a:t>Stale ≠ false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121A22"/>
                </a:solidFill>
                <a:latin typeface="Arial"/>
              </a:rPr>
              <a:t>A later report may be superseded by operational evidence — or contradict it. Newer is not automatically truer.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64D71"/>
                </a:solidFill>
                <a:latin typeface="Arial"/>
              </a:rPr>
              <a:t>Privacy ≠ amnesia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121A22"/>
                </a:solidFill>
                <a:latin typeface="Arial"/>
              </a:rPr>
              <a:t>Remove a person from ordinary surfaces without deleting the organization's attributable history.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596128"/>
            <a:ext cx="10378440" cy="530352"/>
          </a:xfrm>
          <a:prstGeom prst="rect">
            <a:avLst/>
          </a:prstGeom>
          <a:solidFill>
            <a:srgbClr val="005C80"/>
          </a:solidFill>
          <a:ln>
            <a:solidFill>
              <a:srgbClr val="005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715000"/>
            <a:ext cx="98755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The challenge: answer live questions with a receipt — then survive the privacy test.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AALTOAI HACKATHON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MEMORY WITH A RECEIPT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23836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 descr="Man working on laptop sitting by the window">
            <a:extLst>
              <a:ext uri="{FF2B5EF4-FFF2-40B4-BE49-F238E27FC236}">
                <a16:creationId xmlns:a16="http://schemas.microsoft.com/office/drawing/2014/main" id="{32F765DF-EED6-463B-813A-9D13C1F8490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3630" y="548640"/>
            <a:ext cx="4389120" cy="5760720"/>
          </a:xfrm>
        </p:spPr>
      </p:pic>
      <p:sp>
        <p:nvSpPr>
          <p:cNvPr id="8" name="TextBox 7"/>
          <p:cNvSpPr txBox="1"/>
          <p:nvPr/>
        </p:nvSpPr>
        <p:spPr>
          <a:xfrm>
            <a:off x="6199632" y="585216"/>
            <a:ext cx="5532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00000"/>
                </a:solidFill>
                <a:latin typeface="Arial"/>
              </a:rPr>
              <a:t>A CASE, NOT A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6208" y="1188720"/>
            <a:ext cx="50749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64D71"/>
                </a:solidFill>
                <a:latin typeface="Arial"/>
              </a:rPr>
              <a:t>Every question becomes a structured ruling.</a:t>
            </a:r>
          </a:p>
        </p:txBody>
      </p:sp>
      <p:sp>
        <p:nvSpPr>
          <p:cNvPr id="10" name="Oval 9"/>
          <p:cNvSpPr/>
          <p:nvPr/>
        </p:nvSpPr>
        <p:spPr>
          <a:xfrm>
            <a:off x="6254496" y="1901952"/>
            <a:ext cx="329184" cy="32918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1696" y="1856231"/>
            <a:ext cx="443484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4D71"/>
                </a:solidFill>
                <a:latin typeface="Arial"/>
              </a:rPr>
              <a:t>ASK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21A22"/>
                </a:solidFill>
                <a:latin typeface="Arial"/>
              </a:rPr>
              <a:t>Hybrid search finds the right moments — not the whole archive.</a:t>
            </a:r>
          </a:p>
        </p:txBody>
      </p:sp>
      <p:sp>
        <p:nvSpPr>
          <p:cNvPr id="12" name="Oval 11"/>
          <p:cNvSpPr/>
          <p:nvPr/>
        </p:nvSpPr>
        <p:spPr>
          <a:xfrm>
            <a:off x="6254496" y="2743200"/>
            <a:ext cx="329184" cy="32918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2697480"/>
            <a:ext cx="443484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4D71"/>
                </a:solidFill>
                <a:latin typeface="Arial"/>
              </a:rPr>
              <a:t>CHECK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21A22"/>
                </a:solidFill>
                <a:latin typeface="Arial"/>
              </a:rPr>
              <a:t>Risk rules decide when the first answer needs a real challenge.</a:t>
            </a:r>
          </a:p>
        </p:txBody>
      </p:sp>
      <p:sp>
        <p:nvSpPr>
          <p:cNvPr id="14" name="Oval 13"/>
          <p:cNvSpPr/>
          <p:nvPr/>
        </p:nvSpPr>
        <p:spPr>
          <a:xfrm>
            <a:off x="6254496" y="3584448"/>
            <a:ext cx="329184" cy="32918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1696" y="3538728"/>
            <a:ext cx="443484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4D71"/>
                </a:solidFill>
                <a:latin typeface="Arial"/>
              </a:rPr>
              <a:t>RECONCILE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21A22"/>
                </a:solidFill>
                <a:latin typeface="Arial"/>
              </a:rPr>
              <a:t>Conflicts, uncertainty and Decision Evolution stay visible.</a:t>
            </a:r>
          </a:p>
        </p:txBody>
      </p:sp>
      <p:sp>
        <p:nvSpPr>
          <p:cNvPr id="16" name="Oval 15"/>
          <p:cNvSpPr/>
          <p:nvPr/>
        </p:nvSpPr>
        <p:spPr>
          <a:xfrm>
            <a:off x="6254496" y="4425696"/>
            <a:ext cx="329184" cy="32918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11696" y="4379976"/>
            <a:ext cx="443484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4D71"/>
                </a:solidFill>
                <a:latin typeface="Arial"/>
              </a:rPr>
              <a:t>RECEIPT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21A22"/>
                </a:solidFill>
                <a:latin typeface="Arial"/>
              </a:rPr>
              <a:t>Claims link to exact stored evidence — metadata comes from the locker, not the 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5413248"/>
            <a:ext cx="475488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1">
                <a:solidFill>
                  <a:srgbClr val="0995A9"/>
                </a:solidFill>
                <a:latin typeface="Arial"/>
              </a:rPr>
              <a:t>The LLM interprets. The Evidence Locker remembers.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77179"/>
                </a:solidFill>
                <a:latin typeface="Arial"/>
              </a:rPr>
              <a:t>AALTOAI HACKATHON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677179"/>
                </a:solidFill>
                <a:latin typeface="Arial"/>
              </a:rPr>
              <a:t>MEMORY WITH A RECEIPT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677179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96191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Placeholder 14" descr="a close up image of coins">
            <a:extLst>
              <a:ext uri="{FF2B5EF4-FFF2-40B4-BE49-F238E27FC236}">
                <a16:creationId xmlns:a16="http://schemas.microsoft.com/office/drawing/2014/main" id="{B91E178C-484E-43C6-93B4-4DF1D164602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8" y="0"/>
            <a:ext cx="12188825" cy="6858000"/>
          </a:xfrm>
        </p:spPr>
      </p:pic>
      <p:sp>
        <p:nvSpPr>
          <p:cNvPr id="16" name="TextBox 15"/>
          <p:cNvSpPr txBox="1"/>
          <p:nvPr/>
        </p:nvSpPr>
        <p:spPr>
          <a:xfrm>
            <a:off x="914400" y="502920"/>
            <a:ext cx="10241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REVERSIBLE PSEUDONYMIZATION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1005840"/>
            <a:ext cx="85039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Arial"/>
              </a:rPr>
              <a:t>Privacy without erasing organizational memory.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17320" y="1865376"/>
            <a:ext cx="2971800" cy="26334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1865376"/>
            <a:ext cx="2971800" cy="91440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1912" y="2093976"/>
            <a:ext cx="2642616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64D71"/>
                </a:solidFill>
                <a:latin typeface="Arial"/>
              </a:rPr>
              <a:t>PRESERVE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8488" y="2615184"/>
            <a:ext cx="2569464" cy="17190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300" b="0" i="0">
                <a:solidFill>
                  <a:srgbClr val="121A22"/>
                </a:solidFill>
                <a:latin typeface="Arial"/>
              </a:rPr>
              <a:t>Every evidence unit, relationship, receipt and profile survives.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90288" y="1865376"/>
            <a:ext cx="2971800" cy="26334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288" y="1865376"/>
            <a:ext cx="2971800" cy="91440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79" y="2093976"/>
            <a:ext cx="2642616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64D71"/>
                </a:solidFill>
                <a:latin typeface="Arial"/>
              </a:rPr>
              <a:t>PROTECT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91455" y="2615184"/>
            <a:ext cx="2569464" cy="17190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200" b="0" i="0">
                <a:solidFill>
                  <a:srgbClr val="121A22"/>
                </a:solidFill>
                <a:latin typeface="Arial"/>
              </a:rPr>
              <a:t>Names become a stable alias — Participant Q7M4-N8 — while the original identity stays in an encrypted reversal vault.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63256" y="1865376"/>
            <a:ext cx="2971800" cy="26334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63256" y="1865376"/>
            <a:ext cx="2971800" cy="91440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7848" y="2093976"/>
            <a:ext cx="2642616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64D71"/>
                </a:solidFill>
                <a:latin typeface="Arial"/>
              </a:rPr>
              <a:t>RESTORE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4424" y="2615184"/>
            <a:ext cx="2569464" cy="17190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300" b="0" i="0">
                <a:solidFill>
                  <a:srgbClr val="121A22"/>
                </a:solidFill>
                <a:latin typeface="Arial"/>
              </a:rPr>
              <a:t>An authenticated admin can reverse it, rebuild the indexes, and verify every surface.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4983480"/>
            <a:ext cx="909828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164D71"/>
                </a:solidFill>
                <a:latin typeface="Arial"/>
              </a:rPr>
              <a:t>Source · search · embeddings · cases · cache: rebuilt, rechecked, and never filtered at query time.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577840"/>
            <a:ext cx="8503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Arial"/>
              </a:rPr>
              <a:t>The person changes name in the product — not history in the archive.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AALTOAI HACKATHON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MEMORY WITH A RECEIPT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827597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Placeholder 9" descr="black and white image of bar graphs">
            <a:extLst>
              <a:ext uri="{FF2B5EF4-FFF2-40B4-BE49-F238E27FC236}">
                <a16:creationId xmlns:a16="http://schemas.microsoft.com/office/drawing/2014/main" id="{328A991A-37FB-44FF-88EA-33E50292CB5C}"/>
              </a:ext>
            </a:extLst>
          </p:cNvPr>
          <p:cNvPicPr>
            <a:picLocks noGrp="1" noChangeAspect="1"/>
          </p:cNvPicPr>
          <p:nvPr>
            <p:ph type="pic" sz="quarter" idx="34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" y="0"/>
            <a:ext cx="12188952" cy="6858000"/>
          </a:xfrm>
        </p:spPr>
      </p:pic>
      <p:sp>
        <p:nvSpPr>
          <p:cNvPr id="11" name="TextBox 10"/>
          <p:cNvSpPr txBox="1"/>
          <p:nvPr/>
        </p:nvSpPr>
        <p:spPr>
          <a:xfrm>
            <a:off x="914400" y="530352"/>
            <a:ext cx="10241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THE EVIDENCE LOCKER IS THE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060704"/>
            <a:ext cx="85039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Raw evidence is authoritative; model output is a derived interpretation.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847088"/>
            <a:ext cx="32918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505456"/>
            <a:ext cx="33375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Arial"/>
              </a:rPr>
              <a:t>source documents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4" y="1847088"/>
            <a:ext cx="32918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2,534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505456"/>
            <a:ext cx="33375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Arial"/>
              </a:rPr>
              <a:t>citable evidence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1847088"/>
            <a:ext cx="32918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505456"/>
            <a:ext cx="33375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Arial"/>
              </a:rPr>
              <a:t>automated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319272"/>
            <a:ext cx="30175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PROPOSE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4528" y="3319272"/>
            <a:ext cx="37490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 + RECONCILE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319272"/>
            <a:ext cx="27432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VALIDATE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005072" y="3511296"/>
            <a:ext cx="219456" cy="0"/>
          </a:xfrm>
          <a:prstGeom prst="line">
            <a:avLst/>
          </a:prstGeom>
          <a:ln w="3810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8001000" y="3511296"/>
            <a:ext cx="210312" cy="0"/>
          </a:xfrm>
          <a:prstGeom prst="line">
            <a:avLst/>
          </a:prstGeom>
          <a:ln w="3810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88720" y="4160520"/>
            <a:ext cx="98298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Decision Evolution keeps the path visible: proposed → agreed → contradicted → superseded → current.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617720"/>
            <a:ext cx="9144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700" b="1" i="1">
                <a:solidFill>
                  <a:srgbClr val="FFFFFF"/>
                </a:solidFill>
                <a:latin typeface="Arial"/>
              </a:rPr>
              <a:t>No citation, no claim. No valid citation, no screen time.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AALTOAI HACKATHON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MEMORY WITH A RECEIPT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821816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 descr="image of bar graph">
            <a:extLst>
              <a:ext uri="{FF2B5EF4-FFF2-40B4-BE49-F238E27FC236}">
                <a16:creationId xmlns:a16="http://schemas.microsoft.com/office/drawing/2014/main" id="{6A057D43-F8BF-4DAD-A7AD-845A6D5B5A5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" y="0"/>
            <a:ext cx="12188952" cy="6858000"/>
          </a:xfr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9B04A6B-B6E9-40E3-BFCB-8C1C17E0D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17876" y="1690688"/>
            <a:ext cx="228600" cy="3886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914400" y="530352"/>
            <a:ext cx="10241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NOT JUST ANOTHER CHATBOT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1078992"/>
            <a:ext cx="9418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The difference is accountable memory — not more fluent prose.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1783080"/>
            <a:ext cx="2926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677179"/>
                </a:solidFill>
                <a:latin typeface="Arial"/>
              </a:rPr>
              <a:t>TYPICAL CHATBOT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1783080"/>
            <a:ext cx="4297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64D71"/>
                </a:solidFill>
                <a:latin typeface="Arial"/>
              </a:rPr>
              <a:t>OUR AUDITOR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267712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77179"/>
                </a:solidFill>
                <a:latin typeface="Arial"/>
              </a:rPr>
              <a:t>Best-effort prose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2267712"/>
            <a:ext cx="4297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64D71"/>
                </a:solidFill>
                <a:latin typeface="Arial"/>
              </a:rPr>
              <a:t>Typed Case with a status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246120" y="2615184"/>
            <a:ext cx="7863840" cy="0"/>
          </a:xfrm>
          <a:prstGeom prst="line">
            <a:avLst/>
          </a:prstGeom>
          <a:ln w="12700">
            <a:solidFill>
              <a:srgbClr val="CD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2962656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77179"/>
                </a:solidFill>
                <a:latin typeface="Arial"/>
              </a:rPr>
              <a:t>One answer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962656"/>
            <a:ext cx="4297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64D71"/>
                </a:solidFill>
                <a:latin typeface="Arial"/>
              </a:rPr>
              <a:t>Evidence + objections + uncertainty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46120" y="3310128"/>
            <a:ext cx="7863840" cy="0"/>
          </a:xfrm>
          <a:prstGeom prst="line">
            <a:avLst/>
          </a:prstGeom>
          <a:ln w="12700">
            <a:solidFill>
              <a:srgbClr val="CD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246120" y="365760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77179"/>
                </a:solidFill>
                <a:latin typeface="Arial"/>
              </a:rPr>
              <a:t>Latest statement wins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3657600"/>
            <a:ext cx="4297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64D71"/>
                </a:solidFill>
                <a:latin typeface="Arial"/>
              </a:rPr>
              <a:t>Decision Evolution shows supersession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46120" y="4005072"/>
            <a:ext cx="7863840" cy="0"/>
          </a:xfrm>
          <a:prstGeom prst="line">
            <a:avLst/>
          </a:prstGeom>
          <a:ln w="12700">
            <a:solidFill>
              <a:srgbClr val="CD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46120" y="4352544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77179"/>
                </a:solidFill>
                <a:latin typeface="Arial"/>
              </a:rPr>
              <a:t>Forget by filtering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4352544"/>
            <a:ext cx="4297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64D71"/>
                </a:solidFill>
                <a:latin typeface="Arial"/>
              </a:rPr>
              <a:t>Pseudonymise, preserve, verify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246120" y="4700016"/>
            <a:ext cx="7863840" cy="0"/>
          </a:xfrm>
          <a:prstGeom prst="line">
            <a:avLst/>
          </a:prstGeom>
          <a:ln w="12700">
            <a:solidFill>
              <a:srgbClr val="CD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246120" y="5047488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77179"/>
                </a:solidFill>
                <a:latin typeface="Arial"/>
              </a:rPr>
              <a:t>Waits for a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5047488"/>
            <a:ext cx="4297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64D71"/>
                </a:solidFill>
                <a:latin typeface="Arial"/>
              </a:rPr>
              <a:t>Radar surfaces what to revisit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246120" y="5394959"/>
            <a:ext cx="7863840" cy="0"/>
          </a:xfrm>
          <a:prstGeom prst="line">
            <a:avLst/>
          </a:prstGeom>
          <a:ln w="12700">
            <a:solidFill>
              <a:srgbClr val="CDD6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63240" y="5742432"/>
            <a:ext cx="78638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1">
                <a:solidFill>
                  <a:srgbClr val="FFFFFF"/>
                </a:solidFill>
                <a:latin typeface="Arial"/>
              </a:rPr>
              <a:t>A chatbot answers. An auditor can defend the answer.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AALTOAI HACKATHON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MEMORY WITH A RECEIPT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98293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Placeholder 46" descr="image of bar graphs&#10;">
            <a:extLst>
              <a:ext uri="{FF2B5EF4-FFF2-40B4-BE49-F238E27FC236}">
                <a16:creationId xmlns:a16="http://schemas.microsoft.com/office/drawing/2014/main" id="{8DF0B24C-C423-4BE7-9103-806E661E19C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" y="0"/>
            <a:ext cx="12188952" cy="6858000"/>
          </a:xfrm>
        </p:spPr>
      </p:pic>
      <p:sp>
        <p:nvSpPr>
          <p:cNvPr id="48" name="TextBox 47"/>
          <p:cNvSpPr txBox="1"/>
          <p:nvPr/>
        </p:nvSpPr>
        <p:spPr>
          <a:xfrm>
            <a:off x="914400" y="411480"/>
            <a:ext cx="10241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OUR 7-STEP IMPLEMENTATION PLAN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00200" y="1024128"/>
            <a:ext cx="89611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Arial"/>
              </a:rPr>
              <a:t>We planned the full system end to end — then executed the loop in order.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1517904"/>
            <a:ext cx="10881360" cy="4315968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136392" y="2359152"/>
            <a:ext cx="484632" cy="0"/>
          </a:xfrm>
          <a:prstGeom prst="line">
            <a:avLst/>
          </a:prstGeom>
          <a:ln w="3175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861304" y="2359152"/>
            <a:ext cx="484632" cy="0"/>
          </a:xfrm>
          <a:prstGeom prst="line">
            <a:avLst/>
          </a:prstGeom>
          <a:ln w="3175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586216" y="2359152"/>
            <a:ext cx="484632" cy="0"/>
          </a:xfrm>
          <a:prstGeom prst="line">
            <a:avLst/>
          </a:prstGeom>
          <a:ln w="3175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943600" y="2999232"/>
            <a:ext cx="0" cy="310896"/>
          </a:xfrm>
          <a:prstGeom prst="line">
            <a:avLst/>
          </a:prstGeom>
          <a:ln w="3175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98848" y="4096512"/>
            <a:ext cx="484632" cy="0"/>
          </a:xfrm>
          <a:prstGeom prst="line">
            <a:avLst/>
          </a:prstGeom>
          <a:ln w="3175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223760" y="4096512"/>
            <a:ext cx="484632" cy="0"/>
          </a:xfrm>
          <a:prstGeom prst="line">
            <a:avLst/>
          </a:prstGeom>
          <a:ln w="3175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896112" y="1719072"/>
            <a:ext cx="2240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6112" y="1719072"/>
            <a:ext cx="2240280" cy="73152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33271" y="1865376"/>
            <a:ext cx="283464" cy="28346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99032" y="1847088"/>
            <a:ext cx="16184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64D71"/>
                </a:solidFill>
                <a:latin typeface="Arial"/>
              </a:rPr>
              <a:t>INGEST &amp; PARSE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0704" y="2240279"/>
            <a:ext cx="1911096" cy="65836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121A22"/>
                </a:solidFill>
                <a:latin typeface="Arial"/>
              </a:rPr>
              <a:t>Canonicalize the
45-file archive.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21024" y="1719072"/>
            <a:ext cx="2240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21024" y="1719072"/>
            <a:ext cx="2240280" cy="73152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758184" y="1865376"/>
            <a:ext cx="283464" cy="28346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23944" y="1847088"/>
            <a:ext cx="16184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64D71"/>
                </a:solidFill>
                <a:latin typeface="Arial"/>
              </a:rPr>
              <a:t>LOCK MEMORY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85615" y="2240279"/>
            <a:ext cx="1911096" cy="65836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121A22"/>
                </a:solidFill>
                <a:latin typeface="Arial"/>
              </a:rPr>
              <a:t>2,534 atomic units
+ stable Evidence IDs.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45936" y="1719072"/>
            <a:ext cx="2240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45936" y="1719072"/>
            <a:ext cx="2240280" cy="73152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483096" y="1865376"/>
            <a:ext cx="283464" cy="28346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48856" y="1847088"/>
            <a:ext cx="16184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64D71"/>
                </a:solidFill>
                <a:latin typeface="Arial"/>
              </a:rPr>
              <a:t>MAP PEOPLE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240279"/>
            <a:ext cx="1911096" cy="65836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121A22"/>
                </a:solidFill>
                <a:latin typeface="Arial"/>
              </a:rPr>
              <a:t>Attribution, aliases
+ relationships.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070848" y="1719072"/>
            <a:ext cx="2240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70848" y="1719072"/>
            <a:ext cx="2240280" cy="73152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208008" y="1865376"/>
            <a:ext cx="283464" cy="28346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73768" y="1847088"/>
            <a:ext cx="16184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64D71"/>
                </a:solidFill>
                <a:latin typeface="Arial"/>
              </a:rPr>
              <a:t>FIND TRUTH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35440" y="2240279"/>
            <a:ext cx="1911096" cy="65836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121A22"/>
                </a:solidFill>
                <a:latin typeface="Arial"/>
              </a:rPr>
              <a:t>Hybrid lexical +
semantic retrieval.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58568" y="3456432"/>
            <a:ext cx="2240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258568" y="3456432"/>
            <a:ext cx="2240280" cy="73152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395728" y="3602736"/>
            <a:ext cx="283464" cy="28346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61488" y="3584448"/>
            <a:ext cx="16184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64D71"/>
                </a:solidFill>
                <a:latin typeface="Arial"/>
              </a:rPr>
              <a:t>BUILD AUDITOR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423160" y="3977639"/>
            <a:ext cx="1911096" cy="65836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121A22"/>
                </a:solidFill>
                <a:latin typeface="Arial"/>
              </a:rPr>
              <a:t>Cases, risk engine,
Skeptic, reconciliation.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83480" y="3456432"/>
            <a:ext cx="2240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83480" y="3456432"/>
            <a:ext cx="2240280" cy="73152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120640" y="3602736"/>
            <a:ext cx="283464" cy="28346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0" y="3584448"/>
            <a:ext cx="16184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64D71"/>
                </a:solidFill>
                <a:latin typeface="Arial"/>
              </a:rPr>
              <a:t>SHOW CHANGE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48072" y="3977639"/>
            <a:ext cx="1911096" cy="65836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121A22"/>
                </a:solidFill>
                <a:latin typeface="Arial"/>
              </a:rPr>
              <a:t>Decision Evolution +
Reconsideration Radar.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708392" y="3456432"/>
            <a:ext cx="2240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08392" y="3456432"/>
            <a:ext cx="2240280" cy="73152"/>
          </a:xfrm>
          <a:prstGeom prst="rect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845552" y="3602736"/>
            <a:ext cx="283464" cy="283464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11312" y="3584448"/>
            <a:ext cx="16184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64D71"/>
                </a:solidFill>
                <a:latin typeface="Arial"/>
              </a:rPr>
              <a:t>PROVE EDGES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72983" y="3977639"/>
            <a:ext cx="1911096" cy="65836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100" b="0" i="0">
                <a:solidFill>
                  <a:srgbClr val="121A22"/>
                </a:solidFill>
                <a:latin typeface="Arial"/>
              </a:rPr>
              <a:t>Pseudonymization, reversal,
tests and demo.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783080" y="5138928"/>
            <a:ext cx="86868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PLAN  →  BUILD  →  PROVE  →  DEMO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600200" y="5513832"/>
            <a:ext cx="89611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Arial"/>
              </a:rPr>
              <a:t>One coherent product, from raw archive to an auditable decision.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AALTOAI HACKATHON 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MEMORY WITH A RECEIPT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72106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>
            <a:extLst>
              <a:ext uri="{FF2B5EF4-FFF2-40B4-BE49-F238E27FC236}">
                <a16:creationId xmlns:a16="http://schemas.microsoft.com/office/drawing/2014/main" id="{6BE3E8D6-EBCD-4E49-9090-1E7064FAD1EA}"/>
              </a:ext>
            </a:extLst>
          </p:cNvPr>
          <p:cNvSpPr txBox="1"/>
          <p:nvPr/>
        </p:nvSpPr>
        <p:spPr>
          <a:xfrm>
            <a:off x="8762113" y="2175264"/>
            <a:ext cx="1510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474FBB-AFB3-4F5F-8F5A-C916AA503E95}"/>
              </a:ext>
            </a:extLst>
          </p:cNvPr>
          <p:cNvSpPr txBox="1"/>
          <p:nvPr/>
        </p:nvSpPr>
        <p:spPr>
          <a:xfrm>
            <a:off x="1431112" y="2684568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4E8CF7-1F1C-45FE-9088-92F9A8BEC2AF}"/>
              </a:ext>
            </a:extLst>
          </p:cNvPr>
          <p:cNvSpPr txBox="1"/>
          <p:nvPr/>
        </p:nvSpPr>
        <p:spPr>
          <a:xfrm>
            <a:off x="2036066" y="4138266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3EB4F2-6DCD-42D9-A38E-E739722752EE}"/>
              </a:ext>
            </a:extLst>
          </p:cNvPr>
          <p:cNvSpPr txBox="1"/>
          <p:nvPr/>
        </p:nvSpPr>
        <p:spPr>
          <a:xfrm>
            <a:off x="2612253" y="4741178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A47F5A-99BC-46EC-A6B9-3DB10D5A741B}"/>
              </a:ext>
            </a:extLst>
          </p:cNvPr>
          <p:cNvSpPr txBox="1"/>
          <p:nvPr/>
        </p:nvSpPr>
        <p:spPr>
          <a:xfrm>
            <a:off x="5918241" y="4688266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51BACB-0034-4464-B71B-DE045F78BAD8}"/>
              </a:ext>
            </a:extLst>
          </p:cNvPr>
          <p:cNvSpPr txBox="1"/>
          <p:nvPr/>
        </p:nvSpPr>
        <p:spPr>
          <a:xfrm>
            <a:off x="7616115" y="4153685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713730-0D5A-4207-A796-E1A982175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91232" y="3012705"/>
            <a:ext cx="182880" cy="182880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1DAEBEE-A114-4C54-9B63-DEFA96F6BF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72373" y="4534092"/>
            <a:ext cx="182880" cy="182880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90E21EE-75B0-43BB-BF94-A9BF7327A5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76235" y="3946594"/>
            <a:ext cx="182880" cy="182880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B1A1C25-B297-4292-95F7-F45462C0F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78361" y="4483895"/>
            <a:ext cx="182880" cy="182880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729671F7-315E-4F2A-A255-2959A5816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96186" y="3936604"/>
            <a:ext cx="182880" cy="182880"/>
          </a:xfrm>
          <a:prstGeom prst="ellipse">
            <a:avLst/>
          </a:prstGeom>
          <a:noFill/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DB5DC08-9E27-4C29-8425-CB31A423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39852" y="2571997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/>
          <p:cNvSpPr/>
          <p:nvPr/>
        </p:nvSpPr>
        <p:spPr>
          <a:xfrm>
            <a:off x="685800" y="1325880"/>
            <a:ext cx="1083564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8640"/>
            <a:ext cx="1060704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00000"/>
                </a:solidFill>
                <a:latin typeface="Arial"/>
              </a:rPr>
              <a:t>THE RADAR: INITIATIVE THAT LOOKS AHEAD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987552"/>
            <a:ext cx="10241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677179"/>
                </a:solidFill>
                <a:latin typeface="Arial"/>
              </a:rPr>
              <a:t>A proactive feature that turns hindsight into a ranked reason to look again.</a:t>
            </a:r>
          </a:p>
        </p:txBody>
      </p:sp>
      <p:sp>
        <p:nvSpPr>
          <p:cNvPr id="44" name="Oval 43"/>
          <p:cNvSpPr/>
          <p:nvPr/>
        </p:nvSpPr>
        <p:spPr>
          <a:xfrm>
            <a:off x="1709928" y="2084831"/>
            <a:ext cx="475488" cy="47548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" y="2688336"/>
            <a:ext cx="1828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64D71"/>
                </a:solidFill>
                <a:latin typeface="Arial"/>
              </a:rPr>
              <a:t>REJECTED /
DEFERRED IDEA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5" y="3310128"/>
            <a:ext cx="1938528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What did we stop?</a:t>
            </a:r>
          </a:p>
        </p:txBody>
      </p:sp>
      <p:sp>
        <p:nvSpPr>
          <p:cNvPr id="47" name="Oval 46"/>
          <p:cNvSpPr/>
          <p:nvPr/>
        </p:nvSpPr>
        <p:spPr>
          <a:xfrm>
            <a:off x="4361688" y="2084831"/>
            <a:ext cx="475488" cy="47548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703320" y="2688336"/>
            <a:ext cx="1828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64D71"/>
                </a:solidFill>
                <a:latin typeface="Arial"/>
              </a:rPr>
              <a:t>ORIGINAL
BLOCKER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48456" y="3310128"/>
            <a:ext cx="1938528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Why did it stop?</a:t>
            </a:r>
          </a:p>
        </p:txBody>
      </p:sp>
      <p:sp>
        <p:nvSpPr>
          <p:cNvPr id="50" name="Oval 49"/>
          <p:cNvSpPr/>
          <p:nvPr/>
        </p:nvSpPr>
        <p:spPr>
          <a:xfrm>
            <a:off x="7013448" y="2084831"/>
            <a:ext cx="475488" cy="47548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2688336"/>
            <a:ext cx="1828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64D71"/>
                </a:solidFill>
                <a:latin typeface="Arial"/>
              </a:rPr>
              <a:t>WHAT
CHANGED?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0216" y="3310128"/>
            <a:ext cx="1938528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Does the blocker still hold?</a:t>
            </a:r>
          </a:p>
        </p:txBody>
      </p:sp>
      <p:sp>
        <p:nvSpPr>
          <p:cNvPr id="53" name="Oval 52"/>
          <p:cNvSpPr/>
          <p:nvPr/>
        </p:nvSpPr>
        <p:spPr>
          <a:xfrm>
            <a:off x="9665208" y="2084831"/>
            <a:ext cx="475488" cy="47548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6840" y="2688336"/>
            <a:ext cx="1828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64D71"/>
                </a:solidFill>
                <a:latin typeface="Arial"/>
              </a:rPr>
              <a:t>RADAR
ASSESSMENT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51976" y="3310128"/>
            <a:ext cx="1938528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Revisit · blocked · unclear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874519" y="2322576"/>
            <a:ext cx="1801368" cy="0"/>
          </a:xfrm>
          <a:prstGeom prst="line">
            <a:avLst/>
          </a:prstGeom>
          <a:ln w="3175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526280" y="2322576"/>
            <a:ext cx="1801368" cy="0"/>
          </a:xfrm>
          <a:prstGeom prst="line">
            <a:avLst/>
          </a:prstGeom>
          <a:ln w="3175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178040" y="2322576"/>
            <a:ext cx="1801368" cy="0"/>
          </a:xfrm>
          <a:prstGeom prst="line">
            <a:avLst/>
          </a:prstGeom>
          <a:ln w="3175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1143000" y="4325112"/>
            <a:ext cx="9966960" cy="758952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63040" y="4507992"/>
            <a:ext cx="9326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164D71"/>
                </a:solidFill>
                <a:latin typeface="Arial"/>
              </a:rPr>
              <a:t>7 skeptical checks keep hindsight honest — and the Radar never pretends it is evidence.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5394960"/>
            <a:ext cx="85039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 i="1">
                <a:solidFill>
                  <a:srgbClr val="0995A9"/>
                </a:solidFill>
                <a:latin typeface="Arial"/>
              </a:rPr>
              <a:t>No prompt required. No unsupported recommendation. Just the next question worth asking.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77179"/>
                </a:solidFill>
                <a:latin typeface="Arial"/>
              </a:rPr>
              <a:t>AALTOAI HACKATHON 2026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677179"/>
                </a:solidFill>
                <a:latin typeface="Arial"/>
              </a:rPr>
              <a:t>MEMORY WITH A RECEIPT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677179"/>
                </a:solidFill>
                <a:latin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048236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 Placeholder 32">
            <a:extLst>
              <a:ext uri="{FF2B5EF4-FFF2-40B4-BE49-F238E27FC236}">
                <a16:creationId xmlns:a16="http://schemas.microsoft.com/office/drawing/2014/main" id="{1DF5D925-396D-4F69-A672-042BE3765BF3}"/>
              </a:ext>
            </a:extLst>
          </p:cNvPr>
          <p:cNvSpPr txBox="1">
            <a:spLocks/>
          </p:cNvSpPr>
          <p:nvPr/>
        </p:nvSpPr>
        <p:spPr>
          <a:xfrm>
            <a:off x="2214621" y="2911853"/>
            <a:ext cx="1690417" cy="2246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607DCFEC-829E-4B9D-9E7F-72EDD3917269}"/>
              </a:ext>
            </a:extLst>
          </p:cNvPr>
          <p:cNvSpPr txBox="1">
            <a:spLocks/>
          </p:cNvSpPr>
          <p:nvPr/>
        </p:nvSpPr>
        <p:spPr>
          <a:xfrm>
            <a:off x="4531162" y="2468880"/>
            <a:ext cx="1828800" cy="694944"/>
          </a:xfrm>
          <a:prstGeom prst="rect">
            <a:avLst/>
          </a:prstGeom>
          <a:noFill/>
          <a:ln w="25400">
            <a:solidFill>
              <a:schemeClr val="accent3"/>
            </a:solidFill>
          </a:ln>
        </p:spPr>
        <p:txBody>
          <a:bodyPr vert="horz" lIns="0" tIns="36000" rIns="0" bIns="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</a:p>
        </p:txBody>
      </p:sp>
      <p:sp>
        <p:nvSpPr>
          <p:cNvPr id="118" name="Text Placeholder 32">
            <a:extLst>
              <a:ext uri="{FF2B5EF4-FFF2-40B4-BE49-F238E27FC236}">
                <a16:creationId xmlns:a16="http://schemas.microsoft.com/office/drawing/2014/main" id="{8D1819FD-484E-465C-9168-96B226CC52AC}"/>
              </a:ext>
            </a:extLst>
          </p:cNvPr>
          <p:cNvSpPr txBox="1">
            <a:spLocks/>
          </p:cNvSpPr>
          <p:nvPr/>
        </p:nvSpPr>
        <p:spPr>
          <a:xfrm>
            <a:off x="4600443" y="2907792"/>
            <a:ext cx="1690417" cy="2246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34" name="Text Placeholder 31">
            <a:extLst>
              <a:ext uri="{FF2B5EF4-FFF2-40B4-BE49-F238E27FC236}">
                <a16:creationId xmlns:a16="http://schemas.microsoft.com/office/drawing/2014/main" id="{7FB66D8F-42FB-4D6F-B5C7-E8A2704C4D5D}"/>
              </a:ext>
            </a:extLst>
          </p:cNvPr>
          <p:cNvSpPr txBox="1">
            <a:spLocks/>
          </p:cNvSpPr>
          <p:nvPr/>
        </p:nvSpPr>
        <p:spPr>
          <a:xfrm>
            <a:off x="8455234" y="2468880"/>
            <a:ext cx="1828800" cy="694944"/>
          </a:xfrm>
          <a:prstGeom prst="rect">
            <a:avLst/>
          </a:prstGeom>
          <a:noFill/>
          <a:ln w="25400">
            <a:solidFill>
              <a:schemeClr val="accent3"/>
            </a:solidFill>
          </a:ln>
        </p:spPr>
        <p:txBody>
          <a:bodyPr vert="horz" lIns="0" tIns="36000" rIns="0" bIns="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</a:p>
        </p:txBody>
      </p:sp>
      <p:sp>
        <p:nvSpPr>
          <p:cNvPr id="122" name="Text Placeholder 32">
            <a:extLst>
              <a:ext uri="{FF2B5EF4-FFF2-40B4-BE49-F238E27FC236}">
                <a16:creationId xmlns:a16="http://schemas.microsoft.com/office/drawing/2014/main" id="{03FCDCE9-ECBC-4C82-B228-62D7B590374B}"/>
              </a:ext>
            </a:extLst>
          </p:cNvPr>
          <p:cNvSpPr txBox="1">
            <a:spLocks/>
          </p:cNvSpPr>
          <p:nvPr/>
        </p:nvSpPr>
        <p:spPr>
          <a:xfrm>
            <a:off x="8545115" y="2907792"/>
            <a:ext cx="1690417" cy="2246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54C1DC48-210B-4EA5-ABC0-EFF5BC2E09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081528" y="3161849"/>
            <a:ext cx="0" cy="274320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16155A8D-4215-45F4-9EE8-B5134F3B19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445562" y="3163824"/>
            <a:ext cx="0" cy="274320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034685E3-049D-4C8B-8099-9C2BDDE0A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369634" y="3163824"/>
            <a:ext cx="0" cy="274320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C1997AD5-1C95-4DBE-B96B-FF9C9B5BF9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4495" y="3993955"/>
            <a:ext cx="137160" cy="13716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61C29B84-1C3F-4264-B157-6E66C0FE29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71017" y="3993016"/>
            <a:ext cx="137160" cy="13716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3B04E3E4-BABC-4652-903D-E382A6E60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37975" y="3994428"/>
            <a:ext cx="137160" cy="13716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1B9032FF-99AE-4650-8A87-BB9117C826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896099" y="3993016"/>
            <a:ext cx="137160" cy="13716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12D5F1D5-E2E9-49DD-8D91-4398296FA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076775" y="4722682"/>
            <a:ext cx="0" cy="274320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D7675303-0D1F-4522-B513-62246F67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021953" y="4724657"/>
            <a:ext cx="0" cy="27432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CDC1244-94F9-4369-9B79-DCF2E5A7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0954512" y="4724657"/>
            <a:ext cx="0" cy="274320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31">
            <a:extLst>
              <a:ext uri="{FF2B5EF4-FFF2-40B4-BE49-F238E27FC236}">
                <a16:creationId xmlns:a16="http://schemas.microsoft.com/office/drawing/2014/main" id="{0322F7C2-6007-4413-B0AC-012350267DE3}"/>
              </a:ext>
            </a:extLst>
          </p:cNvPr>
          <p:cNvSpPr txBox="1">
            <a:spLocks/>
          </p:cNvSpPr>
          <p:nvPr/>
        </p:nvSpPr>
        <p:spPr>
          <a:xfrm>
            <a:off x="2162375" y="5004966"/>
            <a:ext cx="1828800" cy="694944"/>
          </a:xfrm>
          <a:prstGeom prst="rect">
            <a:avLst/>
          </a:prstGeom>
          <a:noFill/>
          <a:ln w="25400">
            <a:solidFill>
              <a:schemeClr val="accent3"/>
            </a:solidFill>
          </a:ln>
        </p:spPr>
        <p:txBody>
          <a:bodyPr vert="horz" lIns="0" tIns="36000" rIns="0" bIns="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</a:p>
        </p:txBody>
      </p:sp>
      <p:sp>
        <p:nvSpPr>
          <p:cNvPr id="126" name="Text Placeholder 32">
            <a:extLst>
              <a:ext uri="{FF2B5EF4-FFF2-40B4-BE49-F238E27FC236}">
                <a16:creationId xmlns:a16="http://schemas.microsoft.com/office/drawing/2014/main" id="{2C0D3F0C-99CF-4238-AAA4-C13CD4B2C416}"/>
              </a:ext>
            </a:extLst>
          </p:cNvPr>
          <p:cNvSpPr txBox="1">
            <a:spLocks/>
          </p:cNvSpPr>
          <p:nvPr/>
        </p:nvSpPr>
        <p:spPr>
          <a:xfrm>
            <a:off x="2211772" y="5437922"/>
            <a:ext cx="1690417" cy="2246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42" name="Text Placeholder 31">
            <a:extLst>
              <a:ext uri="{FF2B5EF4-FFF2-40B4-BE49-F238E27FC236}">
                <a16:creationId xmlns:a16="http://schemas.microsoft.com/office/drawing/2014/main" id="{98DDA43F-34CF-4E57-97F0-535BCBD8A38F}"/>
              </a:ext>
            </a:extLst>
          </p:cNvPr>
          <p:cNvSpPr txBox="1">
            <a:spLocks/>
          </p:cNvSpPr>
          <p:nvPr/>
        </p:nvSpPr>
        <p:spPr>
          <a:xfrm>
            <a:off x="6107553" y="5001768"/>
            <a:ext cx="1828800" cy="694944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accent2"/>
            </a:solidFill>
          </a:ln>
        </p:spPr>
        <p:txBody>
          <a:bodyPr vert="horz" lIns="0" tIns="3600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</a:p>
        </p:txBody>
      </p:sp>
      <p:sp>
        <p:nvSpPr>
          <p:cNvPr id="43" name="Text Placeholder 32">
            <a:extLst>
              <a:ext uri="{FF2B5EF4-FFF2-40B4-BE49-F238E27FC236}">
                <a16:creationId xmlns:a16="http://schemas.microsoft.com/office/drawing/2014/main" id="{A73003EF-6143-460A-9787-61DCD9FD999B}"/>
              </a:ext>
            </a:extLst>
          </p:cNvPr>
          <p:cNvSpPr txBox="1">
            <a:spLocks/>
          </p:cNvSpPr>
          <p:nvPr/>
        </p:nvSpPr>
        <p:spPr>
          <a:xfrm>
            <a:off x="6180038" y="5440680"/>
            <a:ext cx="1690417" cy="2246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FD461938-72FB-4E5D-80CD-DE5F3EE1D5AE}"/>
              </a:ext>
            </a:extLst>
          </p:cNvPr>
          <p:cNvSpPr txBox="1">
            <a:spLocks/>
          </p:cNvSpPr>
          <p:nvPr/>
        </p:nvSpPr>
        <p:spPr>
          <a:xfrm>
            <a:off x="9465664" y="5001768"/>
            <a:ext cx="1828800" cy="694944"/>
          </a:xfrm>
          <a:prstGeom prst="rect">
            <a:avLst/>
          </a:prstGeom>
          <a:noFill/>
          <a:ln w="25400">
            <a:solidFill>
              <a:schemeClr val="accent3"/>
            </a:solidFill>
          </a:ln>
        </p:spPr>
        <p:txBody>
          <a:bodyPr vert="horz" lIns="0" tIns="36000" rIns="0" bIns="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</a:p>
        </p:txBody>
      </p:sp>
      <p:sp>
        <p:nvSpPr>
          <p:cNvPr id="128" name="Text Placeholder 32">
            <a:extLst>
              <a:ext uri="{FF2B5EF4-FFF2-40B4-BE49-F238E27FC236}">
                <a16:creationId xmlns:a16="http://schemas.microsoft.com/office/drawing/2014/main" id="{45985B0E-D419-4BA2-BA87-799D71E9D775}"/>
              </a:ext>
            </a:extLst>
          </p:cNvPr>
          <p:cNvSpPr txBox="1">
            <a:spLocks/>
          </p:cNvSpPr>
          <p:nvPr/>
        </p:nvSpPr>
        <p:spPr>
          <a:xfrm>
            <a:off x="9573176" y="5440680"/>
            <a:ext cx="1690417" cy="2246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Font typeface="Calibri" panose="020F050202020403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/>
        </p:txBody>
      </p:sp>
      <p:sp>
        <p:nvSpPr>
          <p:cNvPr id="145" name="Rectangle 144"/>
          <p:cNvSpPr/>
          <p:nvPr/>
        </p:nvSpPr>
        <p:spPr>
          <a:xfrm>
            <a:off x="502920" y="1078992"/>
            <a:ext cx="11064240" cy="49377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0" y="530352"/>
            <a:ext cx="10241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00000"/>
                </a:solidFill>
                <a:latin typeface="Arial"/>
              </a:rPr>
              <a:t>THE LIVE STORY IN 60 SECONDS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987552"/>
            <a:ext cx="102412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677179"/>
                </a:solidFill>
                <a:latin typeface="Arial"/>
              </a:rPr>
              <a:t>One question. One evidence trail. One controlled way to forget responsibly.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1115568" y="2816352"/>
            <a:ext cx="9994392" cy="0"/>
          </a:xfrm>
          <a:prstGeom prst="line">
            <a:avLst/>
          </a:prstGeom>
          <a:ln w="38100">
            <a:solidFill>
              <a:srgbClr val="099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8"/>
          <p:cNvSpPr/>
          <p:nvPr/>
        </p:nvSpPr>
        <p:spPr>
          <a:xfrm>
            <a:off x="914400" y="2532888"/>
            <a:ext cx="566928" cy="56692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48640" y="3246120"/>
            <a:ext cx="130759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64D71"/>
                </a:solidFill>
                <a:latin typeface="Arial"/>
              </a:rPr>
              <a:t>ASK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10896" y="3675887"/>
            <a:ext cx="178308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Did Acme sign off UAT?</a:t>
            </a:r>
          </a:p>
        </p:txBody>
      </p:sp>
      <p:sp>
        <p:nvSpPr>
          <p:cNvPr id="152" name="Oval 151"/>
          <p:cNvSpPr/>
          <p:nvPr/>
        </p:nvSpPr>
        <p:spPr>
          <a:xfrm>
            <a:off x="2788920" y="2532888"/>
            <a:ext cx="566928" cy="56692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423160" y="3246120"/>
            <a:ext cx="130759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64D71"/>
                </a:solidFill>
                <a:latin typeface="Arial"/>
              </a:rPr>
              <a:t>OPEN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185415" y="3675887"/>
            <a:ext cx="178308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Exact turn in context</a:t>
            </a:r>
          </a:p>
        </p:txBody>
      </p:sp>
      <p:sp>
        <p:nvSpPr>
          <p:cNvPr id="155" name="Oval 154"/>
          <p:cNvSpPr/>
          <p:nvPr/>
        </p:nvSpPr>
        <p:spPr>
          <a:xfrm>
            <a:off x="4663440" y="2532888"/>
            <a:ext cx="566928" cy="56692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297679" y="3246120"/>
            <a:ext cx="130759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64D71"/>
                </a:solidFill>
                <a:latin typeface="Arial"/>
              </a:rPr>
              <a:t>EVOLVE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059935" y="3675887"/>
            <a:ext cx="178308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Proposal → current state</a:t>
            </a:r>
          </a:p>
        </p:txBody>
      </p:sp>
      <p:sp>
        <p:nvSpPr>
          <p:cNvPr id="158" name="Oval 157"/>
          <p:cNvSpPr/>
          <p:nvPr/>
        </p:nvSpPr>
        <p:spPr>
          <a:xfrm>
            <a:off x="6537960" y="2532888"/>
            <a:ext cx="566928" cy="56692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172200" y="3246120"/>
            <a:ext cx="130759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64D71"/>
                </a:solidFill>
                <a:latin typeface="Arial"/>
              </a:rPr>
              <a:t>RADAR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934456" y="3675887"/>
            <a:ext cx="178308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What should we revisit?</a:t>
            </a:r>
          </a:p>
        </p:txBody>
      </p:sp>
      <p:sp>
        <p:nvSpPr>
          <p:cNvPr id="161" name="Oval 160"/>
          <p:cNvSpPr/>
          <p:nvPr/>
        </p:nvSpPr>
        <p:spPr>
          <a:xfrm>
            <a:off x="8412480" y="2532888"/>
            <a:ext cx="566928" cy="56692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046719" y="3246120"/>
            <a:ext cx="130759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64D71"/>
                </a:solidFill>
                <a:latin typeface="Arial"/>
              </a:rPr>
              <a:t>ALIAS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808975" y="3675887"/>
            <a:ext cx="178308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Pseudonymise one person</a:t>
            </a:r>
          </a:p>
        </p:txBody>
      </p:sp>
      <p:sp>
        <p:nvSpPr>
          <p:cNvPr id="164" name="Oval 163"/>
          <p:cNvSpPr/>
          <p:nvPr/>
        </p:nvSpPr>
        <p:spPr>
          <a:xfrm>
            <a:off x="10287000" y="2532888"/>
            <a:ext cx="566928" cy="566928"/>
          </a:xfrm>
          <a:prstGeom prst="ellipse">
            <a:avLst/>
          </a:prstGeom>
          <a:solidFill>
            <a:srgbClr val="0995A9"/>
          </a:solidFill>
          <a:ln>
            <a:solidFill>
              <a:srgbClr val="099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921240" y="3246120"/>
            <a:ext cx="130759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64D71"/>
                </a:solidFill>
                <a:latin typeface="Arial"/>
              </a:rPr>
              <a:t>RE-ASK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683496" y="3675887"/>
            <a:ext cx="178308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121A22"/>
                </a:solidFill>
                <a:latin typeface="Arial"/>
              </a:rPr>
              <a:t>History intact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828800" y="4983480"/>
            <a:ext cx="8595360" cy="658368"/>
          </a:xfrm>
          <a:prstGeom prst="roundRect">
            <a:avLst/>
          </a:prstGeom>
          <a:solidFill>
            <a:srgbClr val="F1F6F8"/>
          </a:solidFill>
          <a:ln>
            <a:solidFill>
              <a:srgbClr val="F1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084831" y="5193792"/>
            <a:ext cx="8092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0995A9"/>
                </a:solidFill>
                <a:latin typeface="Arial"/>
              </a:rPr>
              <a:t>Same archive. New answer. Zero amnesia.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68680" y="6446520"/>
            <a:ext cx="2377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77179"/>
                </a:solidFill>
                <a:latin typeface="Arial"/>
              </a:rPr>
              <a:t>AALTOAI HACKATHON 2026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709160" y="6446520"/>
            <a:ext cx="28346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677179"/>
                </a:solidFill>
                <a:latin typeface="Arial"/>
              </a:rPr>
              <a:t>MEMORY WITH A RECEIPT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475720" y="6446520"/>
            <a:ext cx="2286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677179"/>
                </a:solidFill>
                <a:latin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8293627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 descr="photo of Wall street sign&#10;">
            <a:extLst>
              <a:ext uri="{FF2B5EF4-FFF2-40B4-BE49-F238E27FC236}">
                <a16:creationId xmlns:a16="http://schemas.microsoft.com/office/drawing/2014/main" id="{7EA54CDC-A10B-4928-83AD-8A873A126AF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4" y="0"/>
            <a:ext cx="12188952" cy="6858000"/>
          </a:xfrm>
        </p:spPr>
      </p:pic>
      <p:sp>
        <p:nvSpPr>
          <p:cNvPr id="8" name="TextBox 7"/>
          <p:cNvSpPr txBox="1"/>
          <p:nvPr/>
        </p:nvSpPr>
        <p:spPr>
          <a:xfrm>
            <a:off x="896112" y="3712463"/>
            <a:ext cx="516636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WE BUILT MEMORY THAT CAN EXPLAIN ITSELF — AND FORGET RESPONSIBLY.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3749039"/>
            <a:ext cx="4526280" cy="10241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A receipt for every conclusion.
A controlled way back.
A product that does more than chat.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5047488"/>
            <a:ext cx="45262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995A9"/>
                </a:solidFill>
                <a:latin typeface="Arial"/>
              </a:rPr>
              <a:t>Thank you · Questions welcome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5623560"/>
            <a:ext cx="47548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77179"/>
                </a:solidFill>
                <a:latin typeface="Arial"/>
              </a:rPr>
              <a:t>RELEX Challenge · AaltoAI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2756819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8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24873"/>
      </a:accent1>
      <a:accent2>
        <a:srgbClr val="03658C"/>
      </a:accent2>
      <a:accent3>
        <a:srgbClr val="0388A6"/>
      </a:accent3>
      <a:accent4>
        <a:srgbClr val="04ADBF"/>
      </a:accent4>
      <a:accent5>
        <a:srgbClr val="5B9BD5"/>
      </a:accent5>
      <a:accent6>
        <a:srgbClr val="04D9D9"/>
      </a:accent6>
      <a:hlink>
        <a:srgbClr val="0563C1"/>
      </a:hlink>
      <a:folHlink>
        <a:srgbClr val="954F72"/>
      </a:folHlink>
    </a:clrScheme>
    <a:fontScheme name="Custom 118">
      <a:majorFont>
        <a:latin typeface="Selawik Semibold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 pitch deck_Win32_JB_v2.potx" id="{20737546-06B0-4BD7-AC56-F403EF86C0E3}" vid="{1EA85B44-1A53-4BBB-B1B2-A9A21AB62EE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84AF623-4A95-4652-AF18-74D461A966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BAD7039-4680-4956-9542-B83D9E6314E4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FC5A798-286F-493A-A004-3C6C2A6B8B9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{C2703EC0-7A06-4104-B3AB-562D34B524ED}TF76bfe6bd-a272-44a9-ad3e-da6a599998506a279e03_win32-cff128656382</Template>
  <TotalTime>0</TotalTime>
  <Words>927</Words>
  <Application>Microsoft Office PowerPoint</Application>
  <PresentationFormat>Widescreen</PresentationFormat>
  <Paragraphs>330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Light</vt:lpstr>
      <vt:lpstr>Selawik Semibold</vt:lpstr>
      <vt:lpstr>Source Sans Pro</vt:lpstr>
      <vt:lpstr>Source Sans Pro ExtraLight</vt:lpstr>
      <vt:lpstr>Office Theme</vt:lpstr>
      <vt:lpstr>PITCH DECK</vt:lpstr>
      <vt:lpstr>ABOUT US</vt:lpstr>
      <vt:lpstr>PROBLEM</vt:lpstr>
      <vt:lpstr>SOLUTION</vt:lpstr>
      <vt:lpstr>PRODUCT OVERVIEW</vt:lpstr>
      <vt:lpstr>PRODUCT BENEFITS</vt:lpstr>
      <vt:lpstr>COMPANY OVERVIEW</vt:lpstr>
      <vt:lpstr>BUSINESS MODEL</vt:lpstr>
      <vt:lpstr>MARKET OVERVIEW</vt:lpstr>
      <vt:lpstr>MARKET COMPARISON</vt:lpstr>
      <vt:lpstr>OUR COMPETITION</vt:lpstr>
      <vt:lpstr>GROWTH STRATEGY</vt:lpstr>
      <vt:lpstr>OUR COMPETITION </vt:lpstr>
      <vt:lpstr>TRACTION</vt:lpstr>
      <vt:lpstr>TWO-YEAR ACTION PLAN</vt:lpstr>
      <vt:lpstr>FINANCIALS</vt:lpstr>
      <vt:lpstr>MEET THE TEAM</vt:lpstr>
      <vt:lpstr>MEET THE FULL TEAM</vt:lpstr>
      <vt:lpstr>FUNDING</vt:lpstr>
      <vt:lpstr>SUMMARY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Doan Viet</dc:creator>
  <cp:lastModifiedBy>Doan Viet</cp:lastModifiedBy>
  <cp:revision>1</cp:revision>
  <dcterms:created xsi:type="dcterms:W3CDTF">2026-09-19T19:19:06Z</dcterms:created>
  <dcterms:modified xsi:type="dcterms:W3CDTF">2026-09-19T19:19:58Z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